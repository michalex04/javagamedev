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24384000" cy="13716000"/>
  <p:notesSz cx="13716000" cy="24384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543431"/>
            <a:ext cx="14605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 Y RADIUS EN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CONTROLLERS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6604000"/>
            <a:ext cx="152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 de Center y Radius en controladores de personaje 3D</a:t>
            </a:r>
            <a:endParaRPr lang="en-US" sz="3730" dirty="0"/>
          </a:p>
        </p:txBody>
      </p:sp>
      <p:sp>
        <p:nvSpPr>
          <p:cNvPr id="4" name="Text 2"/>
          <p:cNvSpPr/>
          <p:nvPr/>
        </p:nvSpPr>
        <p:spPr>
          <a:xfrm>
            <a:off x="1249680" y="8128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Videojuegos 3D | Fisica de Personajes | Motores de Juego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0033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| Unreal Engine | Godot</a:t>
            </a:r>
            <a:endParaRPr lang="en-US" sz="1600" dirty="0"/>
          </a:p>
        </p:txBody>
      </p:sp>
      <p:pic>
        <p:nvPicPr>
          <p:cNvPr id="6" name="Image 0" descr="https://kimi-img.moonshot.cn/pub/slides/okc/fkfzno57kmxga/mnt/agents/output/character_controller/images/9_Part_II_How_to_write_a_simple_3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30194" r="30194" t="0" b="0"/>
          <a:stretch/>
        </p:blipFill>
        <p:spPr>
          <a:xfrm>
            <a:off x="16510000" y="2540000"/>
            <a:ext cx="7112000" cy="889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778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es un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Controller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175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encargado del movimiento y las colisiones del personaje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9680" y="508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495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MOVER AL PERSONAJE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714500" y="5651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Controla el desplazamiento del personaje en el mundo 3D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711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698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DETECTAR COLISIONES</a:t>
            </a:r>
            <a:endParaRPr lang="en-US" sz="4130" dirty="0"/>
          </a:p>
        </p:txBody>
      </p:sp>
      <p:sp>
        <p:nvSpPr>
          <p:cNvPr id="9" name="Text 7"/>
          <p:cNvSpPr/>
          <p:nvPr/>
        </p:nvSpPr>
        <p:spPr>
          <a:xfrm>
            <a:off x="1714500" y="7683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 cuando el personaje choca con objetos del entorno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914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901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APLICAR GRAVEDAD</a:t>
            </a:r>
            <a:endParaRPr lang="en-US" sz="4130" dirty="0"/>
          </a:p>
        </p:txBody>
      </p:sp>
      <p:sp>
        <p:nvSpPr>
          <p:cNvPr id="12" name="Text 10"/>
          <p:cNvSpPr/>
          <p:nvPr/>
        </p:nvSpPr>
        <p:spPr>
          <a:xfrm>
            <a:off x="1714500" y="9715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 la fuerza gravitatoria para mantener el personaje en el suelo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49680" y="1117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1104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EVITAR ATRAVESAR OBJETOS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714500" y="11747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Previene que el personaje atraviese paredes y obstaculos</a:t>
            </a:r>
            <a:endParaRPr lang="en-US" sz="2930" dirty="0"/>
          </a:p>
        </p:txBody>
      </p:sp>
      <p:pic>
        <p:nvPicPr>
          <p:cNvPr id="16" name="Image 0" descr="https://kimi-img.moonshot.cn/pub/slides/okc/fkfzno57kmxga/mnt/agents/output/character_controller/images/1_Unity_Character_Controller.png">    </p:cNvPr>
          <p:cNvPicPr>
            <a:picLocks noChangeAspect="1"/>
          </p:cNvPicPr>
          <p:nvPr/>
        </p:nvPicPr>
        <p:blipFill>
          <a:blip r:embed="rId1"/>
          <a:srcRect l="20844" r="20844" t="0" b="0"/>
          <a:stretch/>
        </p:blipFill>
        <p:spPr>
          <a:xfrm>
            <a:off x="12065000" y="4826000"/>
            <a:ext cx="11430000" cy="762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143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es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42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DEFINICION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4191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"Center" define la posicion central del collider respecto al objeto principal.</a:t>
            </a:r>
            <a:endParaRPr lang="en-US" sz="2930" dirty="0"/>
          </a:p>
        </p:txBody>
      </p:sp>
      <p:sp>
        <p:nvSpPr>
          <p:cNvPr id="5" name="Text 3"/>
          <p:cNvSpPr/>
          <p:nvPr/>
        </p:nvSpPr>
        <p:spPr>
          <a:xfrm>
            <a:off x="1249680" y="596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49680" y="6731000"/>
            <a:ext cx="1016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Permite: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Alinear la capsula al cuerpo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Ajustar la altura del collider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Evitar desalineaciones visuales</a:t>
            </a:r>
            <a:endParaRPr lang="en-US" sz="2930" dirty="0"/>
          </a:p>
        </p:txBody>
      </p:sp>
      <p:sp>
        <p:nvSpPr>
          <p:cNvPr id="7" name="Text 5"/>
          <p:cNvSpPr/>
          <p:nvPr/>
        </p:nvSpPr>
        <p:spPr>
          <a:xfrm>
            <a:off x="1249680" y="9144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</a:t>
            </a:r>
            <a:endParaRPr lang="en-US" sz="4130" dirty="0"/>
          </a:p>
        </p:txBody>
      </p:sp>
      <p:sp>
        <p:nvSpPr>
          <p:cNvPr id="8" name="Text 6"/>
          <p:cNvSpPr/>
          <p:nvPr/>
        </p:nvSpPr>
        <p:spPr>
          <a:xfrm>
            <a:off x="1249680" y="9906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 el origen esta en los pies, el Center desplaza la capsula hacia arriba.</a:t>
            </a:r>
            <a:endParaRPr lang="en-US" sz="2930" dirty="0"/>
          </a:p>
        </p:txBody>
      </p:sp>
      <p:pic>
        <p:nvPicPr>
          <p:cNvPr id="9" name="Image 0" descr="https://kimi-img.moonshot.cn/pub/slides/okc/fkfzno57kmxga/mnt/agents/output/character_controller/images/6_Unity_Manual_Character_Controlle.png">    </p:cNvPr>
          <p:cNvPicPr>
            <a:picLocks noChangeAspect="1"/>
          </p:cNvPicPr>
          <p:nvPr/>
        </p:nvPicPr>
        <p:blipFill>
          <a:blip r:embed="rId1"/>
          <a:srcRect l="0" r="0" t="-79604" b="-79604"/>
          <a:stretch/>
        </p:blipFill>
        <p:spPr>
          <a:xfrm>
            <a:off x="13335000" y="1905000"/>
            <a:ext cx="10160000" cy="9906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143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es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556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DEFINICION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4318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"Radius" es el ancho horizontal del collider en forma de capsula.</a:t>
            </a:r>
            <a:endParaRPr lang="en-US" sz="2930" dirty="0"/>
          </a:p>
        </p:txBody>
      </p:sp>
      <p:sp>
        <p:nvSpPr>
          <p:cNvPr id="5" name="Text 3"/>
          <p:cNvSpPr/>
          <p:nvPr/>
        </p:nvSpPr>
        <p:spPr>
          <a:xfrm>
            <a:off x="1249680" y="596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CONTROLA</a:t>
            </a:r>
            <a:endParaRPr lang="en-US" sz="4130" dirty="0"/>
          </a:p>
        </p:txBody>
      </p:sp>
      <p:sp>
        <p:nvSpPr>
          <p:cNvPr id="6" name="Shape 4"/>
          <p:cNvSpPr/>
          <p:nvPr/>
        </p:nvSpPr>
        <p:spPr>
          <a:xfrm>
            <a:off x="1249680" y="685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6731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Tamano fisico del personaje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7493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736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Distancia con paredes y obstaculos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812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8001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Deteccion de colisiones precisa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249680" y="9652000"/>
            <a:ext cx="9525000" cy="1524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98425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4130" dirty="0"/>
          </a:p>
        </p:txBody>
      </p:sp>
      <p:sp>
        <p:nvSpPr>
          <p:cNvPr id="14" name="Text 12"/>
          <p:cNvSpPr/>
          <p:nvPr/>
        </p:nvSpPr>
        <p:spPr>
          <a:xfrm>
            <a:off x="1651000" y="104775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Diametro = Radius x 2</a:t>
            </a:r>
            <a:endParaRPr lang="en-US" sz="1600" dirty="0"/>
          </a:p>
        </p:txBody>
      </p:sp>
      <p:pic>
        <p:nvPicPr>
          <p:cNvPr id="15" name="Image 0" descr="https://kimi-img.moonshot.cn/pub/slides/okc/fkfzno57kmxga/mnt/agents/output/character_controller/images/7_Unity_Capsule_Collider.png">    </p:cNvPr>
          <p:cNvPicPr>
            <a:picLocks noChangeAspect="1"/>
          </p:cNvPicPr>
          <p:nvPr/>
        </p:nvPicPr>
        <p:blipFill>
          <a:blip r:embed="rId1"/>
          <a:srcRect l="0" r="0" t="-62542" b="-62542"/>
          <a:stretch/>
        </p:blipFill>
        <p:spPr>
          <a:xfrm>
            <a:off x="13335000" y="2540000"/>
            <a:ext cx="10160000" cy="889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905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 que se usa una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capsula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RAZONES</a:t>
            </a:r>
            <a:endParaRPr lang="en-US" sz="4130" dirty="0"/>
          </a:p>
        </p:txBody>
      </p:sp>
      <p:sp>
        <p:nvSpPr>
          <p:cNvPr id="4" name="Shape 2"/>
          <p:cNvSpPr/>
          <p:nvPr/>
        </p:nvSpPr>
        <p:spPr>
          <a:xfrm>
            <a:off x="1249680" y="457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44450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 desliza mejor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sobre superficies irregulares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249680" y="533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52070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Evita quedarse atascada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esquinas y bordes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609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59690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Sube escalones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forma natural y fluida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685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67310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 menos recursos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que colliders complejos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1249680" y="838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COMPARACION</a:t>
            </a:r>
            <a:endParaRPr lang="en-US" sz="4130" dirty="0"/>
          </a:p>
        </p:txBody>
      </p:sp>
      <p:sp>
        <p:nvSpPr>
          <p:cNvPr id="13" name="Text 11"/>
          <p:cNvSpPr/>
          <p:nvPr/>
        </p:nvSpPr>
        <p:spPr>
          <a:xfrm>
            <a:off x="1249680" y="9144000"/>
            <a:ext cx="1016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3D complejos: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muy costosos para calculos de fisicas.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Capsule Collider: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rapido, eficiente y optimizado.</a:t>
            </a:r>
            <a:endParaRPr lang="en-US" sz="2930" dirty="0"/>
          </a:p>
        </p:txBody>
      </p:sp>
      <p:pic>
        <p:nvPicPr>
          <p:cNvPr id="14" name="Image 0" descr="https://kimi-img.moonshot.cn/pub/slides/okc/fkfzno57kmxga/mnt/agents/output/character_controller/images/2_Character_Controller_Capsule_Sliding.png">    </p:cNvPr>
          <p:cNvPicPr>
            <a:picLocks noChangeAspect="1"/>
          </p:cNvPicPr>
          <p:nvPr/>
        </p:nvPicPr>
        <p:blipFill>
          <a:blip r:embed="rId1"/>
          <a:srcRect l="0" r="0" t="-22245" b="-22246"/>
          <a:stretch/>
        </p:blipFill>
        <p:spPr>
          <a:xfrm>
            <a:off x="13335000" y="3556000"/>
            <a:ext cx="10160000" cy="825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Relacion entre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81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4699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Controla: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Anchura del personaje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Espacio ocupado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Proximidad a obstaculos</a:t>
            </a:r>
            <a:endParaRPr lang="en-US" sz="2930" dirty="0"/>
          </a:p>
        </p:txBody>
      </p:sp>
      <p:sp>
        <p:nvSpPr>
          <p:cNvPr id="5" name="Text 3"/>
          <p:cNvSpPr/>
          <p:nvPr/>
        </p:nvSpPr>
        <p:spPr>
          <a:xfrm>
            <a:off x="8890000" y="381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8890000" y="4699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Controla: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Posicion vertical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Alineacion del collider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Relacion con el suelo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8255000" y="3810000"/>
            <a:ext cx="25400" cy="35560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/>
          <p:nvPr/>
        </p:nvSpPr>
        <p:spPr>
          <a:xfrm>
            <a:off x="1249680" y="825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AMBOS AFECTAN</a:t>
            </a:r>
            <a:endParaRPr lang="en-US" sz="4130" dirty="0"/>
          </a:p>
        </p:txBody>
      </p:sp>
      <p:sp>
        <p:nvSpPr>
          <p:cNvPr id="9" name="Shape 7"/>
          <p:cNvSpPr/>
          <p:nvPr/>
        </p:nvSpPr>
        <p:spPr>
          <a:xfrm>
            <a:off x="1249680" y="927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9144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Fisicas del personaje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6985000" y="927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7454900" y="9144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Movimiento fluido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700000" y="927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169900" y="9144000"/>
            <a:ext cx="317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Jugabilidad general</a:t>
            </a:r>
            <a:endParaRPr lang="en-US" sz="2930" dirty="0"/>
          </a:p>
        </p:txBody>
      </p:sp>
      <p:pic>
        <p:nvPicPr>
          <p:cNvPr id="15" name="Image 0" descr="https://kimi-img.moonshot.cn/pub/slides/okc/fkfzno57kmxga/mnt/agents/output/character_controller/images/10_Character_Controller_Collider_Shape.png">    </p:cNvPr>
          <p:cNvPicPr>
            <a:picLocks noChangeAspect="1"/>
          </p:cNvPicPr>
          <p:nvPr/>
        </p:nvPicPr>
        <p:blipFill>
          <a:blip r:embed="rId1"/>
          <a:srcRect l="0" r="0" t="-24468" b="-24468"/>
          <a:stretch/>
        </p:blipFill>
        <p:spPr>
          <a:xfrm>
            <a:off x="16510000" y="3556000"/>
            <a:ext cx="6604000" cy="825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Problemas con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Incorrecto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302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Consecuencias de un valor inadecuado</a:t>
            </a:r>
            <a:endParaRPr lang="en-US" sz="3730" dirty="0"/>
          </a:p>
        </p:txBody>
      </p:sp>
      <p:sp>
        <p:nvSpPr>
          <p:cNvPr id="4" name="Text 2"/>
          <p:cNvSpPr/>
          <p:nvPr/>
        </p:nvSpPr>
        <p:spPr>
          <a:xfrm>
            <a:off x="124968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 PEQUENO</a:t>
            </a:r>
            <a:endParaRPr lang="en-US" sz="4130" dirty="0"/>
          </a:p>
        </p:txBody>
      </p:sp>
      <p:sp>
        <p:nvSpPr>
          <p:cNvPr id="5" name="Shape 3"/>
          <p:cNvSpPr/>
          <p:nvPr/>
        </p:nvSpPr>
        <p:spPr>
          <a:xfrm>
            <a:off x="1249680" y="6223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609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Atraviesa esquinas y bordes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6985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6858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Clipping visual del personaje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249680" y="7747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762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Colisiones imprecisas e irreales</a:t>
            </a:r>
            <a:endParaRPr lang="en-US" sz="2930" dirty="0"/>
          </a:p>
        </p:txBody>
      </p:sp>
      <p:sp>
        <p:nvSpPr>
          <p:cNvPr id="11" name="Text 9"/>
          <p:cNvSpPr/>
          <p:nvPr/>
        </p:nvSpPr>
        <p:spPr>
          <a:xfrm>
            <a:off x="12700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 GRANDE</a:t>
            </a:r>
            <a:endParaRPr lang="en-US" sz="4130" dirty="0"/>
          </a:p>
        </p:txBody>
      </p:sp>
      <p:sp>
        <p:nvSpPr>
          <p:cNvPr id="12" name="Shape 10"/>
          <p:cNvSpPr/>
          <p:nvPr/>
        </p:nvSpPr>
        <p:spPr>
          <a:xfrm>
            <a:off x="12700000" y="6223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13169900" y="609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pasa por puertas ni pasillos</a:t>
            </a:r>
            <a:endParaRPr lang="en-US" sz="2930" dirty="0"/>
          </a:p>
        </p:txBody>
      </p:sp>
      <p:sp>
        <p:nvSpPr>
          <p:cNvPr id="14" name="Shape 12"/>
          <p:cNvSpPr/>
          <p:nvPr/>
        </p:nvSpPr>
        <p:spPr>
          <a:xfrm>
            <a:off x="12700000" y="6985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169900" y="6858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Movimiento incomodo y restrictivo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12700000" y="7747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7" name="Text 15"/>
          <p:cNvSpPr/>
          <p:nvPr/>
        </p:nvSpPr>
        <p:spPr>
          <a:xfrm>
            <a:off x="13169900" y="762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Sensacion "pesada" al controlar</a:t>
            </a:r>
            <a:endParaRPr lang="en-US" sz="2930" dirty="0"/>
          </a:p>
        </p:txBody>
      </p:sp>
      <p:sp>
        <p:nvSpPr>
          <p:cNvPr id="18" name="Shape 16"/>
          <p:cNvSpPr/>
          <p:nvPr/>
        </p:nvSpPr>
        <p:spPr>
          <a:xfrm>
            <a:off x="1249680" y="9525000"/>
            <a:ext cx="21590000" cy="1524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9779000"/>
            <a:ext cx="203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Consejo: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Ajusta el Radius segun el tamano real del personaje en el mundo del juego. Prueba con objetos de referencia como puertas y pasillos.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Problemas con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Incorrecto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 MUY BAJO</a:t>
            </a:r>
            <a:endParaRPr lang="en-US" sz="4130" dirty="0"/>
          </a:p>
        </p:txBody>
      </p:sp>
      <p:sp>
        <p:nvSpPr>
          <p:cNvPr id="4" name="Shape 2"/>
          <p:cNvSpPr/>
          <p:nvPr/>
        </p:nvSpPr>
        <p:spPr>
          <a:xfrm>
            <a:off x="1249680" y="6223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609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Collider enterrado bajo el suelo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249680" y="6985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6858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Vibraciones constantes del personaje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7747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762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Personaje flotando visualmente</a:t>
            </a:r>
            <a:endParaRPr lang="en-US" sz="2930" dirty="0"/>
          </a:p>
        </p:txBody>
      </p:sp>
      <p:sp>
        <p:nvSpPr>
          <p:cNvPr id="10" name="Text 8"/>
          <p:cNvSpPr/>
          <p:nvPr/>
        </p:nvSpPr>
        <p:spPr>
          <a:xfrm>
            <a:off x="12700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 MUY ALTO</a:t>
            </a:r>
            <a:endParaRPr lang="en-US" sz="4130" dirty="0"/>
          </a:p>
        </p:txBody>
      </p:sp>
      <p:sp>
        <p:nvSpPr>
          <p:cNvPr id="11" name="Shape 9"/>
          <p:cNvSpPr/>
          <p:nvPr/>
        </p:nvSpPr>
        <p:spPr>
          <a:xfrm>
            <a:off x="12700000" y="6223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9900" y="609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Levitacion sobre el suelo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700000" y="6985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4" name="Text 12"/>
          <p:cNvSpPr/>
          <p:nvPr/>
        </p:nvSpPr>
        <p:spPr>
          <a:xfrm>
            <a:off x="13169900" y="6858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Mala deteccion de suelo</a:t>
            </a:r>
            <a:endParaRPr lang="en-US" sz="2930" dirty="0"/>
          </a:p>
        </p:txBody>
      </p:sp>
      <p:sp>
        <p:nvSpPr>
          <p:cNvPr id="15" name="Shape 13"/>
          <p:cNvSpPr/>
          <p:nvPr/>
        </p:nvSpPr>
        <p:spPr>
          <a:xfrm>
            <a:off x="12700000" y="7747000"/>
            <a:ext cx="216027" cy="216027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6" name="Text 14"/>
          <p:cNvSpPr/>
          <p:nvPr/>
        </p:nvSpPr>
        <p:spPr>
          <a:xfrm>
            <a:off x="13169900" y="762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Errores al subir rampas</a:t>
            </a:r>
            <a:endParaRPr lang="en-US" sz="2930" dirty="0"/>
          </a:p>
        </p:txBody>
      </p:sp>
      <p:sp>
        <p:nvSpPr>
          <p:cNvPr id="17" name="Shape 15"/>
          <p:cNvSpPr/>
          <p:nvPr/>
        </p:nvSpPr>
        <p:spPr>
          <a:xfrm>
            <a:off x="1249680" y="9525000"/>
            <a:ext cx="21590000" cy="1524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9779000"/>
            <a:ext cx="203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Consejo: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 Center Y debe ser aproximadamente la mitad de la altura total del personaje para una alineacion correcta.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Configuracion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Humanoide Tipica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81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VALORES COMUNES</a:t>
            </a:r>
            <a:endParaRPr lang="en-US" sz="41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4826000"/>
          <a:ext cx="10160000" cy="2794000"/>
        </p:xfrm>
        <a:graphic>
          <a:graphicData uri="http://schemas.openxmlformats.org/drawingml/2006/table">
            <a:tbl>
              <a:tblPr/>
              <a:tblGrid>
                <a:gridCol w="5080000"/>
                <a:gridCol w="5080000"/>
              </a:tblGrid>
              <a:tr h="922905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Parametro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Valor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92290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Height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94819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Radius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0.4 - 0.5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49680" y="7874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 Y =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</a:t>
            </a:r>
            <a:endParaRPr lang="en-US" sz="2930" dirty="0"/>
          </a:p>
        </p:txBody>
      </p:sp>
      <p:sp>
        <p:nvSpPr>
          <p:cNvPr id="6" name="Text 3"/>
          <p:cNvSpPr/>
          <p:nvPr/>
        </p:nvSpPr>
        <p:spPr>
          <a:xfrm>
            <a:off x="1249680" y="914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</a:t>
            </a:r>
            <a:endParaRPr lang="en-US" sz="4130" dirty="0"/>
          </a:p>
        </p:txBody>
      </p:sp>
      <p:sp>
        <p:nvSpPr>
          <p:cNvPr id="7" name="Shape 4"/>
          <p:cNvSpPr/>
          <p:nvPr/>
        </p:nvSpPr>
        <p:spPr>
          <a:xfrm>
            <a:off x="1249680" y="1016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10033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Movimiento estable y predecible</a:t>
            </a:r>
            <a:endParaRPr lang="en-US" sz="2930" dirty="0"/>
          </a:p>
        </p:txBody>
      </p:sp>
      <p:sp>
        <p:nvSpPr>
          <p:cNvPr id="9" name="Shape 6"/>
          <p:cNvSpPr/>
          <p:nvPr/>
        </p:nvSpPr>
        <p:spPr>
          <a:xfrm>
            <a:off x="1249680" y="1092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7"/>
          <p:cNvSpPr/>
          <p:nvPr/>
        </p:nvSpPr>
        <p:spPr>
          <a:xfrm>
            <a:off x="1714500" y="10795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Colisiones naturales con el entorno</a:t>
            </a:r>
            <a:endParaRPr lang="en-US" sz="2930" dirty="0"/>
          </a:p>
        </p:txBody>
      </p:sp>
      <p:sp>
        <p:nvSpPr>
          <p:cNvPr id="11" name="Shape 8"/>
          <p:cNvSpPr/>
          <p:nvPr/>
        </p:nvSpPr>
        <p:spPr>
          <a:xfrm>
            <a:off x="1249680" y="1168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9"/>
          <p:cNvSpPr/>
          <p:nvPr/>
        </p:nvSpPr>
        <p:spPr>
          <a:xfrm>
            <a:off x="1714500" y="11557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Buena navegacion en espacios cerrados</a:t>
            </a:r>
            <a:endParaRPr lang="en-US" sz="2930" dirty="0"/>
          </a:p>
        </p:txBody>
      </p:sp>
      <p:pic>
        <p:nvPicPr>
          <p:cNvPr id="13" name="Image 0" descr="https://kimi-img.moonshot.cn/pub/slides/okc/fkfzno57kmxga/mnt/agents/output/character_controller/images/4_unity_How_to_make_the_capsule_collider.png">    </p:cNvPr>
          <p:cNvPicPr>
            <a:picLocks noChangeAspect="1"/>
          </p:cNvPicPr>
          <p:nvPr/>
        </p:nvPicPr>
        <p:blipFill>
          <a:blip r:embed="rId1"/>
          <a:srcRect l="0" r="0" t="-45269" b="-45269"/>
          <a:stretch/>
        </p:blipFill>
        <p:spPr>
          <a:xfrm>
            <a:off x="13335000" y="3810000"/>
            <a:ext cx="9525000" cy="825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Interno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556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BASICO</a:t>
            </a:r>
            <a:endParaRPr lang="en-US" sz="4130" dirty="0"/>
          </a:p>
        </p:txBody>
      </p:sp>
      <p:sp>
        <p:nvSpPr>
          <p:cNvPr id="4" name="Shape 2"/>
          <p:cNvSpPr/>
          <p:nvPr/>
        </p:nvSpPr>
        <p:spPr>
          <a:xfrm>
            <a:off x="1249680" y="4826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482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59000" y="4889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Leer input del jugador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5715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249680" y="571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59000" y="5778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Calcular direccion de movimiento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6604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" y="6604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6667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Mover la capsula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49680" y="7493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" y="749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59000" y="7556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Detectar colisiones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1249680" y="8382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249680" y="838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59000" y="8445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Corregir penetraciones</a:t>
            </a:r>
            <a:endParaRPr lang="en-US" sz="2930" dirty="0"/>
          </a:p>
        </p:txBody>
      </p:sp>
      <p:sp>
        <p:nvSpPr>
          <p:cNvPr id="19" name="Shape 17"/>
          <p:cNvSpPr/>
          <p:nvPr/>
        </p:nvSpPr>
        <p:spPr>
          <a:xfrm>
            <a:off x="1249680" y="9271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249680" y="927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59000" y="9334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Aplicar gravedad</a:t>
            </a:r>
            <a:endParaRPr lang="en-US" sz="2930" dirty="0"/>
          </a:p>
        </p:txBody>
      </p:sp>
      <p:sp>
        <p:nvSpPr>
          <p:cNvPr id="22" name="Text 20"/>
          <p:cNvSpPr/>
          <p:nvPr/>
        </p:nvSpPr>
        <p:spPr>
          <a:xfrm>
            <a:off x="10160000" y="3556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USADOS</a:t>
            </a:r>
            <a:endParaRPr lang="en-US" sz="4130" dirty="0"/>
          </a:p>
        </p:txBody>
      </p:sp>
      <p:sp>
        <p:nvSpPr>
          <p:cNvPr id="23" name="Shape 21"/>
          <p:cNvSpPr/>
          <p:nvPr/>
        </p:nvSpPr>
        <p:spPr>
          <a:xfrm>
            <a:off x="10160000" y="4572000"/>
            <a:ext cx="11430000" cy="2540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41000" y="4826000"/>
            <a:ext cx="1066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sistema utiliza tres parametros clave: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Height</a:t>
            </a:r>
            <a:endParaRPr lang="en-US" sz="2930" dirty="0"/>
          </a:p>
        </p:txBody>
      </p:sp>
      <p:sp>
        <p:nvSpPr>
          <p:cNvPr id="25" name="Shape 23"/>
          <p:cNvSpPr/>
          <p:nvPr/>
        </p:nvSpPr>
        <p:spPr>
          <a:xfrm>
            <a:off x="9525000" y="5080000"/>
            <a:ext cx="508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159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en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de Videojuegos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 PARA</a:t>
            </a:r>
            <a:endParaRPr lang="en-US" sz="4130" dirty="0"/>
          </a:p>
        </p:txBody>
      </p:sp>
      <p:sp>
        <p:nvSpPr>
          <p:cNvPr id="4" name="Shape 2"/>
          <p:cNvSpPr/>
          <p:nvPr/>
        </p:nvSpPr>
        <p:spPr>
          <a:xfrm>
            <a:off x="1249680" y="4699000"/>
            <a:ext cx="342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4699000"/>
            <a:ext cx="342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5059680" y="4699000"/>
            <a:ext cx="342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5059680" y="4699000"/>
            <a:ext cx="342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TPS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8869680" y="4699000"/>
            <a:ext cx="342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4699000"/>
            <a:ext cx="342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RPG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5969000"/>
            <a:ext cx="342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" y="5969000"/>
            <a:ext cx="342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Survival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5059680" y="5969000"/>
            <a:ext cx="342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59680" y="5969000"/>
            <a:ext cx="342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Parkour</a:t>
            </a:r>
            <a:endParaRPr lang="en-US" sz="2930" dirty="0"/>
          </a:p>
        </p:txBody>
      </p:sp>
      <p:sp>
        <p:nvSpPr>
          <p:cNvPr id="14" name="Shape 12"/>
          <p:cNvSpPr/>
          <p:nvPr/>
        </p:nvSpPr>
        <p:spPr>
          <a:xfrm>
            <a:off x="8869680" y="5969000"/>
            <a:ext cx="4699000" cy="889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5969000"/>
            <a:ext cx="469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Juegos Ritmicos 3D</a:t>
            </a:r>
            <a:endParaRPr lang="en-US" sz="2930" dirty="0"/>
          </a:p>
        </p:txBody>
      </p:sp>
      <p:sp>
        <p:nvSpPr>
          <p:cNvPr id="16" name="Text 14"/>
          <p:cNvSpPr/>
          <p:nvPr/>
        </p:nvSpPr>
        <p:spPr>
          <a:xfrm>
            <a:off x="1249680" y="787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TAMBIEN AFECTA</a:t>
            </a:r>
            <a:endParaRPr lang="en-US" sz="4130" dirty="0"/>
          </a:p>
        </p:txBody>
      </p:sp>
      <p:sp>
        <p:nvSpPr>
          <p:cNvPr id="17" name="Shape 15"/>
          <p:cNvSpPr/>
          <p:nvPr/>
        </p:nvSpPr>
        <p:spPr>
          <a:xfrm>
            <a:off x="1249680" y="901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714500" y="8890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de enemigos</a:t>
            </a:r>
            <a:endParaRPr lang="en-US" sz="2930" dirty="0"/>
          </a:p>
        </p:txBody>
      </p:sp>
      <p:sp>
        <p:nvSpPr>
          <p:cNvPr id="19" name="Shape 17"/>
          <p:cNvSpPr/>
          <p:nvPr/>
        </p:nvSpPr>
        <p:spPr>
          <a:xfrm>
            <a:off x="6350000" y="901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8890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Hitboxes de combate</a:t>
            </a:r>
            <a:endParaRPr lang="en-US" sz="2930" dirty="0"/>
          </a:p>
        </p:txBody>
      </p:sp>
      <p:sp>
        <p:nvSpPr>
          <p:cNvPr id="21" name="Shape 19"/>
          <p:cNvSpPr/>
          <p:nvPr/>
        </p:nvSpPr>
        <p:spPr>
          <a:xfrm>
            <a:off x="1249680" y="9779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2" name="Text 20"/>
          <p:cNvSpPr/>
          <p:nvPr/>
        </p:nvSpPr>
        <p:spPr>
          <a:xfrm>
            <a:off x="1714500" y="965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Animaciones</a:t>
            </a:r>
            <a:endParaRPr lang="en-US" sz="2930" dirty="0"/>
          </a:p>
        </p:txBody>
      </p:sp>
      <p:sp>
        <p:nvSpPr>
          <p:cNvPr id="23" name="Shape 21"/>
          <p:cNvSpPr/>
          <p:nvPr/>
        </p:nvSpPr>
        <p:spPr>
          <a:xfrm>
            <a:off x="6350000" y="9779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9900" y="965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Navegacion y pathfinding</a:t>
            </a:r>
            <a:endParaRPr lang="en-US" sz="2930" dirty="0"/>
          </a:p>
        </p:txBody>
      </p:sp>
      <p:pic>
        <p:nvPicPr>
          <p:cNvPr id="25" name="Image 0" descr="https://kimi-img.moonshot.cn/pub/slides/okc/fkfzno57kmxga/mnt/agents/output/character_controller/images/8_Test_Collision_Detection_in_Unit.png">    </p:cNvPr>
          <p:cNvPicPr>
            <a:picLocks noChangeAspect="1"/>
          </p:cNvPicPr>
          <p:nvPr/>
        </p:nvPicPr>
        <p:blipFill>
          <a:blip r:embed="rId1"/>
          <a:srcRect l="0" r="0" t="-12268" b="-12268"/>
          <a:stretch/>
        </p:blipFill>
        <p:spPr>
          <a:xfrm>
            <a:off x="14605000" y="3556000"/>
            <a:ext cx="8255000" cy="825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778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Relacion con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Blender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BLENDER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482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Puede usarse para:</a:t>
            </a:r>
            <a:endParaRPr lang="en-US" sz="2930" dirty="0"/>
          </a:p>
        </p:txBody>
      </p:sp>
      <p:sp>
        <p:nvSpPr>
          <p:cNvPr id="5" name="Shape 3"/>
          <p:cNvSpPr/>
          <p:nvPr/>
        </p:nvSpPr>
        <p:spPr>
          <a:xfrm>
            <a:off x="1249680" y="5969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5842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Pruebas fisicas de modelos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673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6604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capsulas de colision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249680" y="7493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7366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Configurar rigs de personajes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1249680" y="8255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8128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Exportacion de modelos a motores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1249680" y="990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PRINCIPAL</a:t>
            </a:r>
            <a:endParaRPr lang="en-US" sz="4130" dirty="0"/>
          </a:p>
        </p:txBody>
      </p:sp>
      <p:sp>
        <p:nvSpPr>
          <p:cNvPr id="14" name="Text 12"/>
          <p:cNvSpPr/>
          <p:nvPr/>
        </p:nvSpPr>
        <p:spPr>
          <a:xfrm>
            <a:off x="1249680" y="109220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Character Controller normalmente se configura en el motor de juego: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Unreal Engine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Godot</a:t>
            </a:r>
            <a:endParaRPr lang="en-US" sz="2930" dirty="0"/>
          </a:p>
        </p:txBody>
      </p:sp>
      <p:pic>
        <p:nvPicPr>
          <p:cNvPr id="15" name="Image 0" descr="https://kimi-img.moonshot.cn/pub/slides/okc/fkfzno57kmxga/mnt/agents/output/character_controller/images/5_3D_Physics_System_Cocos_Creator.png">    </p:cNvPr>
          <p:cNvPicPr>
            <a:picLocks noChangeAspect="1"/>
          </p:cNvPicPr>
          <p:nvPr/>
        </p:nvPicPr>
        <p:blipFill>
          <a:blip r:embed="rId1"/>
          <a:srcRect l="0" r="0" t="-16441" b="-16441"/>
          <a:stretch/>
        </p:blipFill>
        <p:spPr>
          <a:xfrm>
            <a:off x="13970000" y="3810000"/>
            <a:ext cx="8890000" cy="825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Ruta Recomendada de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Aprendizaje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249680" y="4064000"/>
            <a:ext cx="889000" cy="889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406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13000" y="406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1: FUNDAMENTOS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2413000" y="4826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Aprender transformaciones, pivotes y colliders basicos.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6604000"/>
            <a:ext cx="889000" cy="889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249680" y="660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13000" y="660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2: PRACTICA</a:t>
            </a:r>
            <a:endParaRPr lang="en-US" sz="4130" dirty="0"/>
          </a:p>
        </p:txBody>
      </p:sp>
      <p:sp>
        <p:nvSpPr>
          <p:cNvPr id="10" name="Text 8"/>
          <p:cNvSpPr/>
          <p:nvPr/>
        </p:nvSpPr>
        <p:spPr>
          <a:xfrm>
            <a:off x="2413000" y="7366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Practicar con gravedad, rampas y sistemas de fisicas.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1249680" y="9144000"/>
            <a:ext cx="889000" cy="889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249680" y="914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13000" y="914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3: PROYECTO</a:t>
            </a:r>
            <a:endParaRPr lang="en-US" sz="4130" dirty="0"/>
          </a:p>
        </p:txBody>
      </p:sp>
      <p:sp>
        <p:nvSpPr>
          <p:cNvPr id="14" name="Text 12"/>
          <p:cNvSpPr/>
          <p:nvPr/>
        </p:nvSpPr>
        <p:spPr>
          <a:xfrm>
            <a:off x="2413000" y="99060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un FPS Controller completo con salto, dash y wall slide.</a:t>
            </a:r>
            <a:endParaRPr lang="en-US" sz="2930" dirty="0"/>
          </a:p>
        </p:txBody>
      </p:sp>
      <p:sp>
        <p:nvSpPr>
          <p:cNvPr id="15" name="Shape 13"/>
          <p:cNvSpPr/>
          <p:nvPr/>
        </p:nvSpPr>
        <p:spPr>
          <a:xfrm>
            <a:off x="1651000" y="5016500"/>
            <a:ext cx="0" cy="15240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ysDot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651000" y="7556500"/>
            <a:ext cx="0" cy="15240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ysDot"/>
            <a:headEnd type="none"/>
            <a:tailEnd type="none"/>
          </a:ln>
        </p:spPr>
      </p:sp>
      <p:pic>
        <p:nvPicPr>
          <p:cNvPr id="17" name="Image 0" descr="https://kimi-img.moonshot.cn/pub/slides/okc/fkfzno57kmxga/mnt/agents/output/character_controller/images/3_From_Pixels_to_Physics_10_JS_Engines.png">    </p:cNvPr>
          <p:cNvPicPr>
            <a:picLocks noChangeAspect="1"/>
          </p:cNvPicPr>
          <p:nvPr/>
        </p:nvPicPr>
        <p:blipFill>
          <a:blip r:embed="rId1"/>
          <a:srcRect l="0" r="0" t="-8368" b="-8368"/>
          <a:stretch/>
        </p:blipFill>
        <p:spPr>
          <a:xfrm>
            <a:off x="11430000" y="3556000"/>
            <a:ext cx="11430000" cy="889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524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Concepto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Clave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249680" y="4064000"/>
            <a:ext cx="21590000" cy="2540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4" name="Text 2"/>
          <p:cNvSpPr/>
          <p:nvPr/>
        </p:nvSpPr>
        <p:spPr>
          <a:xfrm>
            <a:off x="1651000" y="4318000"/>
            <a:ext cx="2070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jugador </a:t>
            </a:r>
            <a:pPr algn="ctr">
              <a:lnSpc>
                <a:spcPct val="100000"/>
              </a:lnSpc>
            </a:pPr>
            <a:r>
              <a:rPr lang="en-US" sz="3730" b="1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pPr algn="ctr"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controla el modelo visual.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jugador controla </a:t>
            </a:r>
            <a:pPr algn="ctr"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capsula de colision</a:t>
            </a:r>
            <a:pPr algn="ctr"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7620000"/>
            <a:ext cx="863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MODELO 3D SOLO REPRESENTA</a:t>
            </a:r>
            <a:endParaRPr lang="en-US" sz="4130" dirty="0"/>
          </a:p>
        </p:txBody>
      </p:sp>
      <p:sp>
        <p:nvSpPr>
          <p:cNvPr id="6" name="Shape 4"/>
          <p:cNvSpPr/>
          <p:nvPr/>
        </p:nvSpPr>
        <p:spPr>
          <a:xfrm>
            <a:off x="1249680" y="889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8763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Apariencia visual del personaje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965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9525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Animaciones y transiciones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9680" y="1041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10287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Efectos visuales y particulas</a:t>
            </a:r>
            <a:endParaRPr lang="en-US" sz="2930" dirty="0"/>
          </a:p>
        </p:txBody>
      </p:sp>
      <p:pic>
        <p:nvPicPr>
          <p:cNvPr id="12" name="Image 0" descr="https://kimi-img.moonshot.cn/pub/slides/okc/fkfzno57kmxga/mnt/agents/output/character_controller/images/9_Part_II_How_to_write_a_simple_3D.png">    </p:cNvPr>
          <p:cNvPicPr>
            <a:picLocks noChangeAspect="1"/>
          </p:cNvPicPr>
          <p:nvPr/>
        </p:nvPicPr>
        <p:blipFill>
          <a:blip r:embed="rId1"/>
          <a:srcRect l="-2167" r="-2167" t="0" b="0"/>
          <a:stretch/>
        </p:blipFill>
        <p:spPr>
          <a:xfrm>
            <a:off x="10160000" y="7112000"/>
            <a:ext cx="12065000" cy="5715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524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4064000"/>
            <a:ext cx="1016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define la posicion del collider.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Radius</a:t>
            </a:r>
            <a:pPr>
              <a:lnSpc>
                <a:spcPct val="100000"/>
              </a:lnSpc>
              <a:spcBef>
                <a:spcPts val="24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define el tamano horizontal.</a:t>
            </a:r>
            <a:endParaRPr lang="en-US" sz="2930" dirty="0"/>
          </a:p>
        </p:txBody>
      </p:sp>
      <p:sp>
        <p:nvSpPr>
          <p:cNvPr id="4" name="Text 2"/>
          <p:cNvSpPr/>
          <p:nvPr/>
        </p:nvSpPr>
        <p:spPr>
          <a:xfrm>
            <a:off x="1249680" y="736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AMBOS SON ESENCIALES PARA</a:t>
            </a:r>
            <a:endParaRPr lang="en-US" sz="41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8509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Movimiento preciso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8890000" y="863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9359900" y="8509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Fisicas estables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249680" y="939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9271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Buena experiencia de juego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8890000" y="939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9359900" y="9271000"/>
            <a:ext cx="546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Deteccion correcta de colisiones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1249680" y="1143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Gracias por su atencion</a:t>
            </a:r>
            <a:endParaRPr lang="en-US" sz="1600" dirty="0"/>
          </a:p>
        </p:txBody>
      </p:sp>
      <p:pic>
        <p:nvPicPr>
          <p:cNvPr id="14" name="Image 0" descr="https://kimi-img.moonshot.cn/pub/slides/okc/fkfzno57kmxga/mnt/agents/output/character_controller/images/10_Character_Controller_Collider_Shape.png">    </p:cNvPr>
          <p:cNvPicPr>
            <a:picLocks noChangeAspect="1"/>
          </p:cNvPicPr>
          <p:nvPr/>
        </p:nvPicPr>
        <p:blipFill>
          <a:blip r:embed="rId1"/>
          <a:srcRect l="0" r="0" t="-19504" b="-19504"/>
          <a:stretch/>
        </p:blipFill>
        <p:spPr>
          <a:xfrm>
            <a:off x="15240000" y="3810000"/>
            <a:ext cx="7620000" cy="889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 y Radius en Character Controllers</dc:title>
  <dc:subject>Center y Radius en Character Controllers</dc:subject>
  <dc:creator>Kimi</dc:creator>
  <cp:lastModifiedBy>Kimi</cp:lastModifiedBy>
  <cp:revision>1</cp:revision>
  <dcterms:created xsi:type="dcterms:W3CDTF">2026-05-13T13:54:16Z</dcterms:created>
  <dcterms:modified xsi:type="dcterms:W3CDTF">2026-05-13T13:54:16Z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{"Label":"Center y Radius en Character Controllers","ContentProducer":"001191110108MACG2KBH8F10000","ProduceID":"19e2196e-4152-864e-8000-00007d8788b5","ReservedCode1":"","ContentPropagator":"001191110108MACG2KBH8F20000","PropagateID":"19e2196e-4152-864e-8000-00007d8788b5","ReservedCode2":""}</vt:lpwstr>
  </property>
</Properties>
</file>