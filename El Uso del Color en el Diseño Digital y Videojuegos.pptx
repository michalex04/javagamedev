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24384000" cy="13716000"/>
  <p:notesSz cx="13716000" cy="24384000"/>
  <p:embeddedFontLst>
    <p:embeddedFont>
      <p:font typeface="Liter" panose="020B0604020202020204" charset="0"/>
      <p:regular r:id="rId21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691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24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xbn74q23ahew/mnt/agents/output/color-en-diseno/images/2_Abstract_Wave_Wallpaper_Dark_And.png"/>
          <p:cNvPicPr>
            <a:picLocks noChangeAspect="1"/>
          </p:cNvPicPr>
          <p:nvPr/>
        </p:nvPicPr>
        <p:blipFill>
          <a:blip r:embed="rId3">
            <a:alphaModFix amt="25000"/>
          </a:blip>
          <a:srcRect l="222" r="222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000" y="3556000"/>
            <a:ext cx="1651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80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Uso del Color en el Diseño Digital y </a:t>
            </a:r>
            <a:r>
              <a:rPr lang="en-US" sz="80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Videojuegos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1270000" y="6604000"/>
            <a:ext cx="139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Función, Psicología e Impacto en la Experiencia del Usuario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270000" y="6350000"/>
            <a:ext cx="2540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AADD6497-EA50-57B3-1C47-B3E08207798D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99300">
                <a:schemeClr val="tx2">
                  <a:lumMod val="50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ext 0"/>
          <p:cNvSpPr/>
          <p:nvPr/>
        </p:nvSpPr>
        <p:spPr>
          <a:xfrm>
            <a:off x="10252269" y="1025595"/>
            <a:ext cx="3923004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Introducción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77000" y="2607651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5000" dirty="0">
                <a:solidFill>
                  <a:srgbClr val="F8FAFC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El color no es </a:t>
            </a:r>
            <a:r>
              <a:rPr lang="en-US" sz="5000" b="1" dirty="0">
                <a:solidFill>
                  <a:srgbClr val="F59E0B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decorativo</a:t>
            </a:r>
            <a:endParaRPr lang="en-US" sz="5000" dirty="0">
              <a:latin typeface="Liter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77000" y="3623651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5000" dirty="0">
                <a:solidFill>
                  <a:srgbClr val="F8FAFC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Es un </a:t>
            </a:r>
            <a:r>
              <a:rPr lang="en-US" sz="5000" b="1" dirty="0">
                <a:solidFill>
                  <a:srgbClr val="38BDF8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sistema de comunicación visual</a:t>
            </a:r>
            <a:endParaRPr lang="en-US" sz="5000" dirty="0">
              <a:latin typeface="Liter" panose="020B0604020202020204" charset="0"/>
            </a:endParaRP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F6D92486-7AAA-4B70-D10B-FD18F680C0DB}"/>
              </a:ext>
            </a:extLst>
          </p:cNvPr>
          <p:cNvSpPr/>
          <p:nvPr/>
        </p:nvSpPr>
        <p:spPr>
          <a:xfrm>
            <a:off x="1270000" y="6858000"/>
            <a:ext cx="6757931" cy="4165601"/>
          </a:xfrm>
          <a:prstGeom prst="roundRect">
            <a:avLst/>
          </a:prstGeom>
          <a:solidFill>
            <a:srgbClr val="1E293B"/>
          </a:solidFill>
          <a:ln w="762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108965" y="7463865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5000" b="1" u="sng" dirty="0">
                <a:solidFill>
                  <a:schemeClr val="accent5">
                    <a:lumMod val="60000"/>
                    <a:lumOff val="40000"/>
                  </a:schemeClr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Percepción</a:t>
            </a:r>
            <a:endParaRPr lang="en-US" sz="5000" u="sng" dirty="0">
              <a:solidFill>
                <a:schemeClr val="accent5">
                  <a:lumMod val="60000"/>
                  <a:lumOff val="40000"/>
                </a:schemeClr>
              </a:solidFill>
              <a:latin typeface="Liter" panose="020B06040202020202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48965" y="8905692"/>
            <a:ext cx="1800000" cy="1440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571500" y="63500"/>
                </a:moveTo>
                <a:cubicBezTo>
                  <a:pt x="411163" y="63500"/>
                  <a:pt x="282773" y="136525"/>
                  <a:pt x="189309" y="223441"/>
                </a:cubicBezTo>
                <a:cubicBezTo>
                  <a:pt x="96441" y="309761"/>
                  <a:pt x="34330" y="412750"/>
                  <a:pt x="4763" y="483592"/>
                </a:cubicBezTo>
                <a:cubicBezTo>
                  <a:pt x="-1786" y="499269"/>
                  <a:pt x="-1786" y="516731"/>
                  <a:pt x="4763" y="532408"/>
                </a:cubicBezTo>
                <a:cubicBezTo>
                  <a:pt x="34330" y="603250"/>
                  <a:pt x="96441" y="706438"/>
                  <a:pt x="189309" y="792559"/>
                </a:cubicBezTo>
                <a:cubicBezTo>
                  <a:pt x="282773" y="879277"/>
                  <a:pt x="411163" y="952500"/>
                  <a:pt x="571500" y="952500"/>
                </a:cubicBezTo>
                <a:cubicBezTo>
                  <a:pt x="731838" y="952500"/>
                  <a:pt x="860227" y="879475"/>
                  <a:pt x="953691" y="792559"/>
                </a:cubicBezTo>
                <a:cubicBezTo>
                  <a:pt x="1046559" y="706239"/>
                  <a:pt x="1108670" y="603250"/>
                  <a:pt x="1138238" y="532408"/>
                </a:cubicBezTo>
                <a:cubicBezTo>
                  <a:pt x="1144786" y="516731"/>
                  <a:pt x="1144786" y="499269"/>
                  <a:pt x="1138238" y="483592"/>
                </a:cubicBezTo>
                <a:cubicBezTo>
                  <a:pt x="1108670" y="412750"/>
                  <a:pt x="1046559" y="309562"/>
                  <a:pt x="953691" y="223441"/>
                </a:cubicBezTo>
                <a:cubicBezTo>
                  <a:pt x="860227" y="136723"/>
                  <a:pt x="731838" y="63500"/>
                  <a:pt x="571500" y="63500"/>
                </a:cubicBezTo>
                <a:close/>
                <a:moveTo>
                  <a:pt x="285750" y="508000"/>
                </a:moveTo>
                <a:cubicBezTo>
                  <a:pt x="285750" y="350290"/>
                  <a:pt x="413790" y="222250"/>
                  <a:pt x="571500" y="222250"/>
                </a:cubicBezTo>
                <a:cubicBezTo>
                  <a:pt x="729210" y="222250"/>
                  <a:pt x="857250" y="350290"/>
                  <a:pt x="857250" y="508000"/>
                </a:cubicBezTo>
                <a:cubicBezTo>
                  <a:pt x="857250" y="665710"/>
                  <a:pt x="729210" y="793750"/>
                  <a:pt x="571500" y="793750"/>
                </a:cubicBezTo>
                <a:cubicBezTo>
                  <a:pt x="413790" y="793750"/>
                  <a:pt x="285750" y="665710"/>
                  <a:pt x="285750" y="508000"/>
                </a:cubicBezTo>
                <a:close/>
                <a:moveTo>
                  <a:pt x="571500" y="381000"/>
                </a:moveTo>
                <a:cubicBezTo>
                  <a:pt x="571500" y="451048"/>
                  <a:pt x="514548" y="508000"/>
                  <a:pt x="444500" y="508000"/>
                </a:cubicBezTo>
                <a:cubicBezTo>
                  <a:pt x="421680" y="508000"/>
                  <a:pt x="400248" y="502047"/>
                  <a:pt x="381595" y="491331"/>
                </a:cubicBezTo>
                <a:cubicBezTo>
                  <a:pt x="379611" y="512961"/>
                  <a:pt x="381397" y="535186"/>
                  <a:pt x="387350" y="557213"/>
                </a:cubicBezTo>
                <a:cubicBezTo>
                  <a:pt x="414536" y="658813"/>
                  <a:pt x="519113" y="719137"/>
                  <a:pt x="620713" y="691952"/>
                </a:cubicBezTo>
                <a:cubicBezTo>
                  <a:pt x="722313" y="664766"/>
                  <a:pt x="782638" y="560189"/>
                  <a:pt x="755452" y="458589"/>
                </a:cubicBezTo>
                <a:cubicBezTo>
                  <a:pt x="731242" y="367903"/>
                  <a:pt x="645319" y="310158"/>
                  <a:pt x="554831" y="318095"/>
                </a:cubicBezTo>
                <a:cubicBezTo>
                  <a:pt x="565348" y="336550"/>
                  <a:pt x="571500" y="357981"/>
                  <a:pt x="571500" y="38100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8625CD84-0DB0-2915-5CFD-F54964E1EDE0}"/>
              </a:ext>
            </a:extLst>
          </p:cNvPr>
          <p:cNvSpPr/>
          <p:nvPr/>
        </p:nvSpPr>
        <p:spPr>
          <a:xfrm>
            <a:off x="8826759" y="6858000"/>
            <a:ext cx="6774025" cy="4165601"/>
          </a:xfrm>
          <a:prstGeom prst="roundRect">
            <a:avLst/>
          </a:prstGeom>
          <a:solidFill>
            <a:srgbClr val="1E293B"/>
          </a:solidFill>
          <a:ln w="762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3667E68-5439-DB02-9EFF-4603A11EE169}"/>
              </a:ext>
            </a:extLst>
          </p:cNvPr>
          <p:cNvSpPr/>
          <p:nvPr/>
        </p:nvSpPr>
        <p:spPr>
          <a:xfrm>
            <a:off x="9504161" y="7474346"/>
            <a:ext cx="541922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5000" b="1" u="sng" dirty="0" err="1">
                <a:solidFill>
                  <a:srgbClr val="F59E0B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Decisiones</a:t>
            </a:r>
            <a:endParaRPr lang="en-US" sz="5000" u="sng" dirty="0">
              <a:latin typeface="Liter" panose="020B0604020202020204" charset="0"/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89849E6F-C70A-1AEB-9021-0E0AACB14A62}"/>
              </a:ext>
            </a:extLst>
          </p:cNvPr>
          <p:cNvSpPr/>
          <p:nvPr/>
        </p:nvSpPr>
        <p:spPr>
          <a:xfrm>
            <a:off x="16356070" y="6858000"/>
            <a:ext cx="6774024" cy="4165601"/>
          </a:xfrm>
          <a:prstGeom prst="roundRect">
            <a:avLst/>
          </a:prstGeom>
          <a:solidFill>
            <a:srgbClr val="1E293B"/>
          </a:solidFill>
          <a:ln w="762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1F80E5D-767C-DCDB-52B8-DCFBC38B80C6}"/>
              </a:ext>
            </a:extLst>
          </p:cNvPr>
          <p:cNvSpPr/>
          <p:nvPr/>
        </p:nvSpPr>
        <p:spPr>
          <a:xfrm>
            <a:off x="17006308" y="7463865"/>
            <a:ext cx="541921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5000" b="1" u="sng" dirty="0" err="1">
                <a:solidFill>
                  <a:srgbClr val="FF6161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Emociones</a:t>
            </a:r>
            <a:endParaRPr lang="en-US" sz="5000" u="sng" dirty="0">
              <a:solidFill>
                <a:srgbClr val="FF6161"/>
              </a:solidFill>
              <a:latin typeface="Liter" panose="020B06040202020202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216728" y="8725692"/>
            <a:ext cx="1920196" cy="1800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38125" y="111125"/>
                </a:moveTo>
                <a:cubicBezTo>
                  <a:pt x="238125" y="49808"/>
                  <a:pt x="287933" y="0"/>
                  <a:pt x="349250" y="0"/>
                </a:cubicBezTo>
                <a:lnTo>
                  <a:pt x="396875" y="0"/>
                </a:lnTo>
                <a:cubicBezTo>
                  <a:pt x="431998" y="0"/>
                  <a:pt x="460375" y="28377"/>
                  <a:pt x="460375" y="63500"/>
                </a:cubicBezTo>
                <a:lnTo>
                  <a:pt x="460375" y="952500"/>
                </a:lnTo>
                <a:cubicBezTo>
                  <a:pt x="460375" y="987623"/>
                  <a:pt x="431998" y="1016000"/>
                  <a:pt x="396875" y="1016000"/>
                </a:cubicBezTo>
                <a:lnTo>
                  <a:pt x="333375" y="1016000"/>
                </a:lnTo>
                <a:cubicBezTo>
                  <a:pt x="274241" y="1016000"/>
                  <a:pt x="224433" y="975519"/>
                  <a:pt x="210344" y="920750"/>
                </a:cubicBezTo>
                <a:cubicBezTo>
                  <a:pt x="208955" y="920750"/>
                  <a:pt x="207764" y="920750"/>
                  <a:pt x="206375" y="920750"/>
                </a:cubicBezTo>
                <a:cubicBezTo>
                  <a:pt x="118666" y="920750"/>
                  <a:pt x="47625" y="849709"/>
                  <a:pt x="47625" y="762000"/>
                </a:cubicBezTo>
                <a:cubicBezTo>
                  <a:pt x="47625" y="726281"/>
                  <a:pt x="59531" y="693341"/>
                  <a:pt x="79375" y="666750"/>
                </a:cubicBezTo>
                <a:cubicBezTo>
                  <a:pt x="40878" y="637778"/>
                  <a:pt x="15875" y="591741"/>
                  <a:pt x="15875" y="539750"/>
                </a:cubicBezTo>
                <a:cubicBezTo>
                  <a:pt x="15875" y="478433"/>
                  <a:pt x="50800" y="425053"/>
                  <a:pt x="101600" y="398661"/>
                </a:cubicBezTo>
                <a:cubicBezTo>
                  <a:pt x="87511" y="374848"/>
                  <a:pt x="79375" y="347067"/>
                  <a:pt x="79375" y="317500"/>
                </a:cubicBezTo>
                <a:cubicBezTo>
                  <a:pt x="79375" y="229791"/>
                  <a:pt x="150416" y="158750"/>
                  <a:pt x="238125" y="158750"/>
                </a:cubicBezTo>
                <a:lnTo>
                  <a:pt x="238125" y="111125"/>
                </a:lnTo>
                <a:close/>
                <a:moveTo>
                  <a:pt x="777875" y="111125"/>
                </a:moveTo>
                <a:lnTo>
                  <a:pt x="777875" y="158750"/>
                </a:lnTo>
                <a:cubicBezTo>
                  <a:pt x="865584" y="158750"/>
                  <a:pt x="936625" y="229791"/>
                  <a:pt x="936625" y="317500"/>
                </a:cubicBezTo>
                <a:cubicBezTo>
                  <a:pt x="936625" y="347266"/>
                  <a:pt x="928489" y="375047"/>
                  <a:pt x="914400" y="398661"/>
                </a:cubicBezTo>
                <a:cubicBezTo>
                  <a:pt x="965398" y="425053"/>
                  <a:pt x="1000125" y="478234"/>
                  <a:pt x="1000125" y="539750"/>
                </a:cubicBezTo>
                <a:cubicBezTo>
                  <a:pt x="1000125" y="591741"/>
                  <a:pt x="975122" y="637778"/>
                  <a:pt x="936625" y="666750"/>
                </a:cubicBezTo>
                <a:cubicBezTo>
                  <a:pt x="956469" y="693341"/>
                  <a:pt x="968375" y="726281"/>
                  <a:pt x="968375" y="762000"/>
                </a:cubicBezTo>
                <a:cubicBezTo>
                  <a:pt x="968375" y="849709"/>
                  <a:pt x="897334" y="920750"/>
                  <a:pt x="809625" y="920750"/>
                </a:cubicBezTo>
                <a:cubicBezTo>
                  <a:pt x="808236" y="920750"/>
                  <a:pt x="807045" y="920750"/>
                  <a:pt x="805656" y="920750"/>
                </a:cubicBezTo>
                <a:cubicBezTo>
                  <a:pt x="791567" y="975519"/>
                  <a:pt x="741759" y="1016000"/>
                  <a:pt x="682625" y="1016000"/>
                </a:cubicBezTo>
                <a:lnTo>
                  <a:pt x="619125" y="1016000"/>
                </a:lnTo>
                <a:cubicBezTo>
                  <a:pt x="584002" y="1016000"/>
                  <a:pt x="555625" y="987623"/>
                  <a:pt x="555625" y="952500"/>
                </a:cubicBezTo>
                <a:lnTo>
                  <a:pt x="555625" y="63500"/>
                </a:lnTo>
                <a:cubicBezTo>
                  <a:pt x="555625" y="28377"/>
                  <a:pt x="584002" y="0"/>
                  <a:pt x="619125" y="0"/>
                </a:cubicBezTo>
                <a:lnTo>
                  <a:pt x="666750" y="0"/>
                </a:lnTo>
                <a:cubicBezTo>
                  <a:pt x="728067" y="0"/>
                  <a:pt x="777875" y="49808"/>
                  <a:pt x="777875" y="111125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8782984" y="8849223"/>
            <a:ext cx="1920196" cy="1800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478234" y="172839"/>
                </a:moveTo>
                <a:lnTo>
                  <a:pt x="508000" y="213916"/>
                </a:lnTo>
                <a:lnTo>
                  <a:pt x="537766" y="172839"/>
                </a:lnTo>
                <a:cubicBezTo>
                  <a:pt x="587375" y="104180"/>
                  <a:pt x="667147" y="63500"/>
                  <a:pt x="751880" y="63500"/>
                </a:cubicBezTo>
                <a:cubicBezTo>
                  <a:pt x="897731" y="63500"/>
                  <a:pt x="1016000" y="181769"/>
                  <a:pt x="1016000" y="327620"/>
                </a:cubicBezTo>
                <a:lnTo>
                  <a:pt x="1016000" y="332780"/>
                </a:lnTo>
                <a:cubicBezTo>
                  <a:pt x="1016000" y="555427"/>
                  <a:pt x="738386" y="813991"/>
                  <a:pt x="593527" y="924520"/>
                </a:cubicBezTo>
                <a:cubicBezTo>
                  <a:pt x="568920" y="943173"/>
                  <a:pt x="538758" y="952500"/>
                  <a:pt x="508000" y="952500"/>
                </a:cubicBezTo>
                <a:cubicBezTo>
                  <a:pt x="477242" y="952500"/>
                  <a:pt x="446881" y="943372"/>
                  <a:pt x="422473" y="924520"/>
                </a:cubicBezTo>
                <a:cubicBezTo>
                  <a:pt x="277614" y="813991"/>
                  <a:pt x="0" y="555427"/>
                  <a:pt x="0" y="332780"/>
                </a:cubicBezTo>
                <a:lnTo>
                  <a:pt x="0" y="327620"/>
                </a:lnTo>
                <a:cubicBezTo>
                  <a:pt x="0" y="181769"/>
                  <a:pt x="118269" y="63500"/>
                  <a:pt x="264120" y="63500"/>
                </a:cubicBezTo>
                <a:cubicBezTo>
                  <a:pt x="348853" y="63500"/>
                  <a:pt x="428625" y="104180"/>
                  <a:pt x="478234" y="172839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Jerarquía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70000" y="2667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color </a:t>
            </a:r>
            <a:r>
              <a:rPr lang="en-US" sz="32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dirige la atención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3937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del contraste: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4826000"/>
            <a:ext cx="6350000" cy="1016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524000" y="4826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Alto contraste</a:t>
            </a:r>
            <a:r>
              <a:rPr lang="en-US" sz="2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Prioridad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6096000"/>
            <a:ext cx="6350000" cy="10160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524000" y="6096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Bajo contraste</a:t>
            </a: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Secundario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7874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Relación con la percepción visual </a:t>
            </a:r>
            <a:r>
              <a:rPr lang="en-US" sz="2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(Gestalt)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335000" y="3810000"/>
            <a:ext cx="2540000" cy="2540000"/>
          </a:xfrm>
          <a:prstGeom prst="rect">
            <a:avLst/>
          </a:prstGeom>
          <a:solidFill>
            <a:srgbClr val="38BDF8"/>
          </a:solidFill>
          <a:ln/>
          <a:effectLst>
            <a:outerShdw blurRad="381000" dist="50800" dir="2700000" algn="bl" rotWithShape="0">
              <a:srgbClr val="38BDF8">
                <a:alpha val="25098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3335000" y="647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ALTA PRIORIDAD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145000" y="4318000"/>
            <a:ext cx="1778000" cy="17780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6764000" y="647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secundario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875000" y="4953000"/>
            <a:ext cx="1270000" cy="0"/>
          </a:xfrm>
          <a:prstGeom prst="straightConnector1">
            <a:avLst/>
          </a:prstGeom>
          <a:noFill/>
          <a:ln w="25400">
            <a:solidFill>
              <a:srgbClr val="F8FAF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Usabilidad y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70000" y="2667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color comunica </a:t>
            </a: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estados del sistema</a:t>
            </a: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4064000"/>
            <a:ext cx="635000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778000" y="457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422176" y="263798"/>
                </a:moveTo>
                <a:lnTo>
                  <a:pt x="322957" y="422548"/>
                </a:lnTo>
                <a:cubicBezTo>
                  <a:pt x="317748" y="430857"/>
                  <a:pt x="308818" y="436066"/>
                  <a:pt x="299021" y="436563"/>
                </a:cubicBezTo>
                <a:cubicBezTo>
                  <a:pt x="289223" y="437059"/>
                  <a:pt x="279797" y="432594"/>
                  <a:pt x="273968" y="424656"/>
                </a:cubicBezTo>
                <a:lnTo>
                  <a:pt x="214437" y="345281"/>
                </a:lnTo>
                <a:cubicBezTo>
                  <a:pt x="204515" y="332135"/>
                  <a:pt x="207243" y="313531"/>
                  <a:pt x="220390" y="303609"/>
                </a:cubicBezTo>
                <a:cubicBezTo>
                  <a:pt x="233536" y="293688"/>
                  <a:pt x="252140" y="296416"/>
                  <a:pt x="262062" y="309563"/>
                </a:cubicBezTo>
                <a:lnTo>
                  <a:pt x="295548" y="354211"/>
                </a:lnTo>
                <a:lnTo>
                  <a:pt x="371698" y="232296"/>
                </a:lnTo>
                <a:cubicBezTo>
                  <a:pt x="380380" y="218405"/>
                  <a:pt x="398735" y="214064"/>
                  <a:pt x="412750" y="222870"/>
                </a:cubicBezTo>
                <a:cubicBezTo>
                  <a:pt x="426765" y="231676"/>
                  <a:pt x="430981" y="249907"/>
                  <a:pt x="422176" y="263922"/>
                </a:cubicBez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667000" y="4508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ÉXITO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67000" y="5143500"/>
            <a:ext cx="444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Operación completada correctamente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4064000"/>
            <a:ext cx="635000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890000" y="457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207119" y="207119"/>
                </a:moveTo>
                <a:cubicBezTo>
                  <a:pt x="218777" y="195461"/>
                  <a:pt x="237629" y="195461"/>
                  <a:pt x="249163" y="207119"/>
                </a:cubicBezTo>
                <a:lnTo>
                  <a:pt x="317376" y="275332"/>
                </a:lnTo>
                <a:lnTo>
                  <a:pt x="385589" y="207119"/>
                </a:lnTo>
                <a:cubicBezTo>
                  <a:pt x="397247" y="195461"/>
                  <a:pt x="416099" y="195461"/>
                  <a:pt x="427633" y="207119"/>
                </a:cubicBezTo>
                <a:cubicBezTo>
                  <a:pt x="439167" y="218777"/>
                  <a:pt x="439291" y="237629"/>
                  <a:pt x="427633" y="249163"/>
                </a:cubicBezTo>
                <a:lnTo>
                  <a:pt x="359420" y="317376"/>
                </a:lnTo>
                <a:lnTo>
                  <a:pt x="427633" y="385589"/>
                </a:lnTo>
                <a:cubicBezTo>
                  <a:pt x="439291" y="397247"/>
                  <a:pt x="439291" y="416099"/>
                  <a:pt x="427633" y="427633"/>
                </a:cubicBezTo>
                <a:cubicBezTo>
                  <a:pt x="415975" y="439167"/>
                  <a:pt x="397123" y="439291"/>
                  <a:pt x="385589" y="427633"/>
                </a:cubicBezTo>
                <a:lnTo>
                  <a:pt x="317376" y="359420"/>
                </a:lnTo>
                <a:lnTo>
                  <a:pt x="249163" y="427633"/>
                </a:lnTo>
                <a:cubicBezTo>
                  <a:pt x="237505" y="439291"/>
                  <a:pt x="218653" y="439291"/>
                  <a:pt x="207119" y="427633"/>
                </a:cubicBezTo>
                <a:cubicBezTo>
                  <a:pt x="195585" y="415975"/>
                  <a:pt x="195461" y="397123"/>
                  <a:pt x="207119" y="385589"/>
                </a:cubicBezTo>
                <a:lnTo>
                  <a:pt x="275332" y="317376"/>
                </a:lnTo>
                <a:lnTo>
                  <a:pt x="207119" y="249163"/>
                </a:lnTo>
                <a:cubicBezTo>
                  <a:pt x="195461" y="237505"/>
                  <a:pt x="195461" y="218653"/>
                  <a:pt x="207119" y="207119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779000" y="4508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79000" y="5143500"/>
            <a:ext cx="444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 salió mal, revisa los datos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494000" y="4064000"/>
            <a:ext cx="635000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6002000" y="457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335731" y="0"/>
                  <a:pt x="352475" y="10046"/>
                  <a:pt x="361156" y="26045"/>
                </a:cubicBezTo>
                <a:lnTo>
                  <a:pt x="629047" y="522139"/>
                </a:lnTo>
                <a:cubicBezTo>
                  <a:pt x="637356" y="537518"/>
                  <a:pt x="636984" y="556121"/>
                  <a:pt x="628055" y="571128"/>
                </a:cubicBezTo>
                <a:cubicBezTo>
                  <a:pt x="619125" y="586135"/>
                  <a:pt x="602878" y="595313"/>
                  <a:pt x="585391" y="595313"/>
                </a:cubicBezTo>
                <a:lnTo>
                  <a:pt x="49609" y="595313"/>
                </a:lnTo>
                <a:cubicBezTo>
                  <a:pt x="32122" y="595313"/>
                  <a:pt x="15999" y="586135"/>
                  <a:pt x="6945" y="571128"/>
                </a:cubicBezTo>
                <a:cubicBezTo>
                  <a:pt x="-2108" y="556121"/>
                  <a:pt x="-2356" y="537518"/>
                  <a:pt x="5953" y="522139"/>
                </a:cubicBezTo>
                <a:lnTo>
                  <a:pt x="273844" y="26045"/>
                </a:lnTo>
                <a:cubicBezTo>
                  <a:pt x="282525" y="10046"/>
                  <a:pt x="299269" y="0"/>
                  <a:pt x="317500" y="0"/>
                </a:cubicBezTo>
                <a:close/>
                <a:moveTo>
                  <a:pt x="317500" y="208359"/>
                </a:moveTo>
                <a:cubicBezTo>
                  <a:pt x="301005" y="208359"/>
                  <a:pt x="287734" y="221630"/>
                  <a:pt x="287734" y="238125"/>
                </a:cubicBezTo>
                <a:lnTo>
                  <a:pt x="287734" y="377031"/>
                </a:lnTo>
                <a:cubicBezTo>
                  <a:pt x="287734" y="393526"/>
                  <a:pt x="301005" y="406797"/>
                  <a:pt x="317500" y="406797"/>
                </a:cubicBezTo>
                <a:cubicBezTo>
                  <a:pt x="333995" y="406797"/>
                  <a:pt x="347266" y="393526"/>
                  <a:pt x="347266" y="377031"/>
                </a:cubicBezTo>
                <a:lnTo>
                  <a:pt x="347266" y="238125"/>
                </a:lnTo>
                <a:cubicBezTo>
                  <a:pt x="347266" y="221630"/>
                  <a:pt x="333995" y="208359"/>
                  <a:pt x="317500" y="208359"/>
                </a:cubicBezTo>
                <a:close/>
                <a:moveTo>
                  <a:pt x="350614" y="476250"/>
                </a:moveTo>
                <a:cubicBezTo>
                  <a:pt x="351368" y="463958"/>
                  <a:pt x="345238" y="452264"/>
                  <a:pt x="334701" y="445890"/>
                </a:cubicBezTo>
                <a:cubicBezTo>
                  <a:pt x="324164" y="439517"/>
                  <a:pt x="310960" y="439517"/>
                  <a:pt x="300423" y="445890"/>
                </a:cubicBezTo>
                <a:cubicBezTo>
                  <a:pt x="289886" y="452264"/>
                  <a:pt x="283756" y="463958"/>
                  <a:pt x="284510" y="476250"/>
                </a:cubicBezTo>
                <a:cubicBezTo>
                  <a:pt x="283756" y="488542"/>
                  <a:pt x="289886" y="500236"/>
                  <a:pt x="300423" y="506610"/>
                </a:cubicBezTo>
                <a:cubicBezTo>
                  <a:pt x="310960" y="512983"/>
                  <a:pt x="324164" y="512983"/>
                  <a:pt x="334701" y="506610"/>
                </a:cubicBezTo>
                <a:cubicBezTo>
                  <a:pt x="345238" y="500236"/>
                  <a:pt x="351368" y="488542"/>
                  <a:pt x="350614" y="47625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6891000" y="4508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ADVERTENCIA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891000" y="5143500"/>
            <a:ext cx="444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Atención requerida, precaución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0000" y="7620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</a:t>
            </a:r>
            <a:r>
              <a:rPr lang="en-US" sz="2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carga cognitiva</a:t>
            </a: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del usuario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Identidad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270000" y="3175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59531" y="317500"/>
                </a:moveTo>
                <a:cubicBezTo>
                  <a:pt x="59531" y="174997"/>
                  <a:pt x="174997" y="59531"/>
                  <a:pt x="317500" y="59531"/>
                </a:cubicBezTo>
                <a:cubicBezTo>
                  <a:pt x="395759" y="59531"/>
                  <a:pt x="465832" y="94382"/>
                  <a:pt x="513209" y="149448"/>
                </a:cubicBezTo>
                <a:cubicBezTo>
                  <a:pt x="523875" y="161975"/>
                  <a:pt x="542727" y="163339"/>
                  <a:pt x="555129" y="152673"/>
                </a:cubicBezTo>
                <a:cubicBezTo>
                  <a:pt x="567531" y="142007"/>
                  <a:pt x="569020" y="123155"/>
                  <a:pt x="558354" y="110753"/>
                </a:cubicBezTo>
                <a:cubicBezTo>
                  <a:pt x="500187" y="42912"/>
                  <a:pt x="413866" y="0"/>
                  <a:pt x="317500" y="0"/>
                </a:cubicBezTo>
                <a:cubicBezTo>
                  <a:pt x="142131" y="0"/>
                  <a:pt x="0" y="142131"/>
                  <a:pt x="0" y="317500"/>
                </a:cubicBezTo>
                <a:lnTo>
                  <a:pt x="0" y="367109"/>
                </a:lnTo>
                <a:cubicBezTo>
                  <a:pt x="0" y="383604"/>
                  <a:pt x="13271" y="396875"/>
                  <a:pt x="29766" y="396875"/>
                </a:cubicBezTo>
                <a:cubicBezTo>
                  <a:pt x="46261" y="396875"/>
                  <a:pt x="59531" y="383604"/>
                  <a:pt x="59531" y="367109"/>
                </a:cubicBezTo>
                <a:lnTo>
                  <a:pt x="59531" y="317500"/>
                </a:lnTo>
                <a:close/>
                <a:moveTo>
                  <a:pt x="628179" y="251892"/>
                </a:moveTo>
                <a:cubicBezTo>
                  <a:pt x="624830" y="235769"/>
                  <a:pt x="608955" y="225475"/>
                  <a:pt x="592956" y="228947"/>
                </a:cubicBezTo>
                <a:cubicBezTo>
                  <a:pt x="576957" y="232420"/>
                  <a:pt x="566539" y="248171"/>
                  <a:pt x="570012" y="264170"/>
                </a:cubicBezTo>
                <a:cubicBezTo>
                  <a:pt x="573608" y="281409"/>
                  <a:pt x="575593" y="299269"/>
                  <a:pt x="575593" y="317624"/>
                </a:cubicBezTo>
                <a:lnTo>
                  <a:pt x="575593" y="367233"/>
                </a:lnTo>
                <a:cubicBezTo>
                  <a:pt x="575593" y="383729"/>
                  <a:pt x="588863" y="396999"/>
                  <a:pt x="605358" y="396999"/>
                </a:cubicBezTo>
                <a:cubicBezTo>
                  <a:pt x="621854" y="396999"/>
                  <a:pt x="635124" y="383729"/>
                  <a:pt x="635124" y="367233"/>
                </a:cubicBezTo>
                <a:lnTo>
                  <a:pt x="635124" y="317624"/>
                </a:lnTo>
                <a:cubicBezTo>
                  <a:pt x="635124" y="295176"/>
                  <a:pt x="632768" y="273224"/>
                  <a:pt x="628303" y="252016"/>
                </a:cubicBezTo>
                <a:close/>
                <a:moveTo>
                  <a:pt x="317500" y="99219"/>
                </a:moveTo>
                <a:cubicBezTo>
                  <a:pt x="293936" y="99219"/>
                  <a:pt x="271115" y="102939"/>
                  <a:pt x="249907" y="109885"/>
                </a:cubicBezTo>
                <a:cubicBezTo>
                  <a:pt x="231056" y="116086"/>
                  <a:pt x="226715" y="139278"/>
                  <a:pt x="239613" y="154409"/>
                </a:cubicBezTo>
                <a:cubicBezTo>
                  <a:pt x="248419" y="164703"/>
                  <a:pt x="262930" y="167804"/>
                  <a:pt x="276076" y="164207"/>
                </a:cubicBezTo>
                <a:cubicBezTo>
                  <a:pt x="289223" y="160610"/>
                  <a:pt x="303113" y="158750"/>
                  <a:pt x="317500" y="158750"/>
                </a:cubicBezTo>
                <a:cubicBezTo>
                  <a:pt x="405185" y="158750"/>
                  <a:pt x="476250" y="229815"/>
                  <a:pt x="476250" y="317500"/>
                </a:cubicBezTo>
                <a:lnTo>
                  <a:pt x="476250" y="348382"/>
                </a:lnTo>
                <a:cubicBezTo>
                  <a:pt x="476250" y="379636"/>
                  <a:pt x="474390" y="410766"/>
                  <a:pt x="470793" y="441771"/>
                </a:cubicBezTo>
                <a:cubicBezTo>
                  <a:pt x="468685" y="459879"/>
                  <a:pt x="482451" y="476250"/>
                  <a:pt x="500807" y="476250"/>
                </a:cubicBezTo>
                <a:cubicBezTo>
                  <a:pt x="515441" y="476250"/>
                  <a:pt x="527968" y="465584"/>
                  <a:pt x="529704" y="451073"/>
                </a:cubicBezTo>
                <a:cubicBezTo>
                  <a:pt x="533797" y="417091"/>
                  <a:pt x="535905" y="382860"/>
                  <a:pt x="535905" y="348506"/>
                </a:cubicBezTo>
                <a:lnTo>
                  <a:pt x="535905" y="317624"/>
                </a:lnTo>
                <a:cubicBezTo>
                  <a:pt x="535905" y="197073"/>
                  <a:pt x="438175" y="99343"/>
                  <a:pt x="317624" y="99343"/>
                </a:cubicBezTo>
                <a:close/>
                <a:moveTo>
                  <a:pt x="186903" y="184423"/>
                </a:moveTo>
                <a:cubicBezTo>
                  <a:pt x="175617" y="171276"/>
                  <a:pt x="155525" y="170284"/>
                  <a:pt x="144859" y="183927"/>
                </a:cubicBezTo>
                <a:cubicBezTo>
                  <a:pt x="116210" y="220886"/>
                  <a:pt x="99219" y="267146"/>
                  <a:pt x="99219" y="317500"/>
                </a:cubicBezTo>
                <a:lnTo>
                  <a:pt x="99219" y="348382"/>
                </a:lnTo>
                <a:cubicBezTo>
                  <a:pt x="99219" y="378396"/>
                  <a:pt x="95994" y="408409"/>
                  <a:pt x="89545" y="437555"/>
                </a:cubicBezTo>
                <a:cubicBezTo>
                  <a:pt x="85328" y="456902"/>
                  <a:pt x="99343" y="476126"/>
                  <a:pt x="119187" y="476126"/>
                </a:cubicBezTo>
                <a:cubicBezTo>
                  <a:pt x="132209" y="476126"/>
                  <a:pt x="143867" y="467444"/>
                  <a:pt x="146720" y="454670"/>
                </a:cubicBezTo>
                <a:cubicBezTo>
                  <a:pt x="154657" y="419819"/>
                  <a:pt x="158750" y="384225"/>
                  <a:pt x="158750" y="348258"/>
                </a:cubicBezTo>
                <a:lnTo>
                  <a:pt x="158750" y="317376"/>
                </a:lnTo>
                <a:cubicBezTo>
                  <a:pt x="158750" y="283642"/>
                  <a:pt x="169292" y="252388"/>
                  <a:pt x="187151" y="226715"/>
                </a:cubicBezTo>
                <a:cubicBezTo>
                  <a:pt x="196081" y="213816"/>
                  <a:pt x="197073" y="196205"/>
                  <a:pt x="186903" y="184299"/>
                </a:cubicBezTo>
                <a:close/>
                <a:moveTo>
                  <a:pt x="317500" y="198438"/>
                </a:moveTo>
                <a:cubicBezTo>
                  <a:pt x="251768" y="198438"/>
                  <a:pt x="198438" y="251768"/>
                  <a:pt x="198438" y="317500"/>
                </a:cubicBezTo>
                <a:lnTo>
                  <a:pt x="198438" y="348382"/>
                </a:lnTo>
                <a:cubicBezTo>
                  <a:pt x="198438" y="392906"/>
                  <a:pt x="192732" y="437059"/>
                  <a:pt x="181322" y="479971"/>
                </a:cubicBezTo>
                <a:cubicBezTo>
                  <a:pt x="176609" y="497706"/>
                  <a:pt x="189632" y="515937"/>
                  <a:pt x="207987" y="515937"/>
                </a:cubicBezTo>
                <a:cubicBezTo>
                  <a:pt x="219770" y="515937"/>
                  <a:pt x="230188" y="508248"/>
                  <a:pt x="233288" y="496838"/>
                </a:cubicBezTo>
                <a:cubicBezTo>
                  <a:pt x="246311" y="448469"/>
                  <a:pt x="253008" y="398611"/>
                  <a:pt x="253008" y="348382"/>
                </a:cubicBezTo>
                <a:lnTo>
                  <a:pt x="253008" y="317500"/>
                </a:lnTo>
                <a:cubicBezTo>
                  <a:pt x="253008" y="281905"/>
                  <a:pt x="281905" y="253008"/>
                  <a:pt x="317500" y="253008"/>
                </a:cubicBezTo>
                <a:cubicBezTo>
                  <a:pt x="353095" y="253008"/>
                  <a:pt x="381992" y="281905"/>
                  <a:pt x="381992" y="317500"/>
                </a:cubicBezTo>
                <a:lnTo>
                  <a:pt x="381992" y="348382"/>
                </a:lnTo>
                <a:cubicBezTo>
                  <a:pt x="381992" y="393402"/>
                  <a:pt x="377651" y="438175"/>
                  <a:pt x="369094" y="482203"/>
                </a:cubicBezTo>
                <a:cubicBezTo>
                  <a:pt x="365745" y="499442"/>
                  <a:pt x="378644" y="515938"/>
                  <a:pt x="396131" y="515938"/>
                </a:cubicBezTo>
                <a:cubicBezTo>
                  <a:pt x="408781" y="515938"/>
                  <a:pt x="419695" y="507256"/>
                  <a:pt x="422176" y="494854"/>
                </a:cubicBezTo>
                <a:cubicBezTo>
                  <a:pt x="431726" y="446732"/>
                  <a:pt x="436563" y="397743"/>
                  <a:pt x="436563" y="348382"/>
                </a:cubicBezTo>
                <a:lnTo>
                  <a:pt x="436563" y="317500"/>
                </a:lnTo>
                <a:cubicBezTo>
                  <a:pt x="436563" y="251768"/>
                  <a:pt x="383232" y="198438"/>
                  <a:pt x="317500" y="198438"/>
                </a:cubicBezTo>
                <a:close/>
                <a:moveTo>
                  <a:pt x="347266" y="317500"/>
                </a:moveTo>
                <a:cubicBezTo>
                  <a:pt x="347266" y="301005"/>
                  <a:pt x="333995" y="287734"/>
                  <a:pt x="317500" y="287734"/>
                </a:cubicBezTo>
                <a:cubicBezTo>
                  <a:pt x="301005" y="287734"/>
                  <a:pt x="287734" y="301005"/>
                  <a:pt x="287734" y="317500"/>
                </a:cubicBezTo>
                <a:lnTo>
                  <a:pt x="287734" y="348382"/>
                </a:lnTo>
                <a:cubicBezTo>
                  <a:pt x="287734" y="422672"/>
                  <a:pt x="274092" y="496342"/>
                  <a:pt x="247427" y="565671"/>
                </a:cubicBezTo>
                <a:lnTo>
                  <a:pt x="240109" y="584646"/>
                </a:lnTo>
                <a:cubicBezTo>
                  <a:pt x="234156" y="600025"/>
                  <a:pt x="241846" y="617265"/>
                  <a:pt x="257225" y="623094"/>
                </a:cubicBezTo>
                <a:cubicBezTo>
                  <a:pt x="272604" y="628923"/>
                  <a:pt x="289843" y="621357"/>
                  <a:pt x="295672" y="605979"/>
                </a:cubicBezTo>
                <a:lnTo>
                  <a:pt x="302989" y="587003"/>
                </a:lnTo>
                <a:cubicBezTo>
                  <a:pt x="332259" y="510853"/>
                  <a:pt x="347266" y="429989"/>
                  <a:pt x="347266" y="348382"/>
                </a:cubicBezTo>
                <a:lnTo>
                  <a:pt x="347266" y="3175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159000" y="3111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color construye marca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59000" y="381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Una paleta definida se convierte en la firma visual de un producto o empresa.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09688" y="5461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420191" y="-12278"/>
                </a:moveTo>
                <a:cubicBezTo>
                  <a:pt x="434950" y="-1612"/>
                  <a:pt x="440407" y="17735"/>
                  <a:pt x="433710" y="34603"/>
                </a:cubicBezTo>
                <a:lnTo>
                  <a:pt x="336476" y="277813"/>
                </a:lnTo>
                <a:lnTo>
                  <a:pt x="515937" y="277813"/>
                </a:lnTo>
                <a:cubicBezTo>
                  <a:pt x="532681" y="277813"/>
                  <a:pt x="547563" y="288230"/>
                  <a:pt x="553269" y="303981"/>
                </a:cubicBezTo>
                <a:cubicBezTo>
                  <a:pt x="558974" y="319732"/>
                  <a:pt x="554137" y="337344"/>
                  <a:pt x="541362" y="348010"/>
                </a:cubicBezTo>
                <a:lnTo>
                  <a:pt x="184175" y="645666"/>
                </a:lnTo>
                <a:cubicBezTo>
                  <a:pt x="170160" y="657324"/>
                  <a:pt x="150192" y="657944"/>
                  <a:pt x="135434" y="647278"/>
                </a:cubicBezTo>
                <a:cubicBezTo>
                  <a:pt x="120675" y="636612"/>
                  <a:pt x="115218" y="617265"/>
                  <a:pt x="121915" y="600397"/>
                </a:cubicBezTo>
                <a:lnTo>
                  <a:pt x="219149" y="357188"/>
                </a:lnTo>
                <a:lnTo>
                  <a:pt x="39688" y="357188"/>
                </a:lnTo>
                <a:cubicBezTo>
                  <a:pt x="22944" y="357188"/>
                  <a:pt x="8062" y="346770"/>
                  <a:pt x="2356" y="331019"/>
                </a:cubicBezTo>
                <a:cubicBezTo>
                  <a:pt x="-3349" y="315268"/>
                  <a:pt x="1488" y="297656"/>
                  <a:pt x="14263" y="286990"/>
                </a:cubicBezTo>
                <a:lnTo>
                  <a:pt x="371450" y="-10666"/>
                </a:lnTo>
                <a:cubicBezTo>
                  <a:pt x="385465" y="-22324"/>
                  <a:pt x="405433" y="-22944"/>
                  <a:pt x="420191" y="-12278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159000" y="5397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 reconocimiento inmediato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59000" y="609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 usuarios identifican una marca en segundos solo por sus colores.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" y="7747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98896" y="108024"/>
                </a:moveTo>
                <a:lnTo>
                  <a:pt x="317500" y="133697"/>
                </a:lnTo>
                <a:lnTo>
                  <a:pt x="336104" y="108024"/>
                </a:lnTo>
                <a:cubicBezTo>
                  <a:pt x="367109" y="65112"/>
                  <a:pt x="416967" y="39688"/>
                  <a:pt x="469925" y="39688"/>
                </a:cubicBezTo>
                <a:cubicBezTo>
                  <a:pt x="561082" y="39688"/>
                  <a:pt x="635000" y="113605"/>
                  <a:pt x="635000" y="204763"/>
                </a:cubicBezTo>
                <a:lnTo>
                  <a:pt x="635000" y="207987"/>
                </a:lnTo>
                <a:cubicBezTo>
                  <a:pt x="635000" y="347142"/>
                  <a:pt x="461491" y="508744"/>
                  <a:pt x="370954" y="577825"/>
                </a:cubicBezTo>
                <a:cubicBezTo>
                  <a:pt x="355575" y="589483"/>
                  <a:pt x="336724" y="595313"/>
                  <a:pt x="317500" y="595313"/>
                </a:cubicBezTo>
                <a:cubicBezTo>
                  <a:pt x="298276" y="595313"/>
                  <a:pt x="279301" y="589607"/>
                  <a:pt x="264046" y="577825"/>
                </a:cubicBezTo>
                <a:cubicBezTo>
                  <a:pt x="173509" y="508744"/>
                  <a:pt x="0" y="347142"/>
                  <a:pt x="0" y="207987"/>
                </a:cubicBezTo>
                <a:lnTo>
                  <a:pt x="0" y="204763"/>
                </a:lnTo>
                <a:cubicBezTo>
                  <a:pt x="0" y="113605"/>
                  <a:pt x="73918" y="39688"/>
                  <a:pt x="165075" y="39688"/>
                </a:cubicBezTo>
                <a:cubicBezTo>
                  <a:pt x="218033" y="39688"/>
                  <a:pt x="267891" y="65112"/>
                  <a:pt x="298896" y="108024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159000" y="7683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Refuerza asociaciones emocionales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8382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Cada color evoca sentimientos que se vinculan con la identidad de marca.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 en </a:t>
            </a:r>
            <a:r>
              <a:rPr lang="en-US" sz="5600" b="1" kern="0" spc="-12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Videojuegos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70000" y="2667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color impacta </a:t>
            </a:r>
            <a:r>
              <a:rPr lang="en-US" sz="3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directamente el gameplay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3937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 como: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4953000"/>
            <a:ext cx="6350000" cy="2540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778000" y="5334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635000" y="119062"/>
                </a:moveTo>
                <a:cubicBezTo>
                  <a:pt x="635000" y="181322"/>
                  <a:pt x="561702" y="274216"/>
                  <a:pt x="530076" y="311299"/>
                </a:cubicBezTo>
                <a:cubicBezTo>
                  <a:pt x="525363" y="316756"/>
                  <a:pt x="518418" y="318864"/>
                  <a:pt x="512093" y="317500"/>
                </a:cubicBezTo>
                <a:lnTo>
                  <a:pt x="396875" y="317500"/>
                </a:lnTo>
                <a:cubicBezTo>
                  <a:pt x="374923" y="317500"/>
                  <a:pt x="357188" y="335235"/>
                  <a:pt x="357188" y="357188"/>
                </a:cubicBezTo>
                <a:cubicBezTo>
                  <a:pt x="357188" y="379140"/>
                  <a:pt x="374923" y="396875"/>
                  <a:pt x="396875" y="396875"/>
                </a:cubicBezTo>
                <a:lnTo>
                  <a:pt x="515937" y="396875"/>
                </a:lnTo>
                <a:cubicBezTo>
                  <a:pt x="581670" y="396875"/>
                  <a:pt x="635000" y="450205"/>
                  <a:pt x="635000" y="515937"/>
                </a:cubicBezTo>
                <a:cubicBezTo>
                  <a:pt x="635000" y="581670"/>
                  <a:pt x="581670" y="635000"/>
                  <a:pt x="515937" y="635000"/>
                </a:cubicBezTo>
                <a:lnTo>
                  <a:pt x="173137" y="635000"/>
                </a:lnTo>
                <a:cubicBezTo>
                  <a:pt x="183927" y="622722"/>
                  <a:pt x="197073" y="606971"/>
                  <a:pt x="210344" y="589359"/>
                </a:cubicBezTo>
                <a:cubicBezTo>
                  <a:pt x="218157" y="578941"/>
                  <a:pt x="226219" y="567531"/>
                  <a:pt x="233908" y="555625"/>
                </a:cubicBezTo>
                <a:lnTo>
                  <a:pt x="515937" y="555625"/>
                </a:lnTo>
                <a:cubicBezTo>
                  <a:pt x="537890" y="555625"/>
                  <a:pt x="555625" y="537890"/>
                  <a:pt x="555625" y="515937"/>
                </a:cubicBezTo>
                <a:cubicBezTo>
                  <a:pt x="555625" y="493985"/>
                  <a:pt x="537890" y="476250"/>
                  <a:pt x="515937" y="476250"/>
                </a:cubicBezTo>
                <a:lnTo>
                  <a:pt x="396875" y="476250"/>
                </a:lnTo>
                <a:cubicBezTo>
                  <a:pt x="331143" y="476250"/>
                  <a:pt x="277813" y="422920"/>
                  <a:pt x="277813" y="357188"/>
                </a:cubicBezTo>
                <a:cubicBezTo>
                  <a:pt x="277813" y="291455"/>
                  <a:pt x="331143" y="238125"/>
                  <a:pt x="396875" y="238125"/>
                </a:cubicBezTo>
                <a:lnTo>
                  <a:pt x="446236" y="238125"/>
                </a:lnTo>
                <a:cubicBezTo>
                  <a:pt x="420191" y="199058"/>
                  <a:pt x="396875" y="154161"/>
                  <a:pt x="396875" y="119062"/>
                </a:cubicBezTo>
                <a:cubicBezTo>
                  <a:pt x="396875" y="53330"/>
                  <a:pt x="450205" y="0"/>
                  <a:pt x="515937" y="0"/>
                </a:cubicBezTo>
                <a:cubicBezTo>
                  <a:pt x="581670" y="0"/>
                  <a:pt x="635000" y="53330"/>
                  <a:pt x="635000" y="119062"/>
                </a:cubicBezTo>
                <a:close/>
                <a:moveTo>
                  <a:pt x="145231" y="606599"/>
                </a:moveTo>
                <a:cubicBezTo>
                  <a:pt x="140519" y="611932"/>
                  <a:pt x="136302" y="616645"/>
                  <a:pt x="132705" y="620613"/>
                </a:cubicBezTo>
                <a:lnTo>
                  <a:pt x="130473" y="623094"/>
                </a:lnTo>
                <a:lnTo>
                  <a:pt x="130225" y="622846"/>
                </a:lnTo>
                <a:cubicBezTo>
                  <a:pt x="122783" y="628551"/>
                  <a:pt x="112117" y="627807"/>
                  <a:pt x="105420" y="620613"/>
                </a:cubicBezTo>
                <a:cubicBezTo>
                  <a:pt x="74166" y="586631"/>
                  <a:pt x="0" y="499194"/>
                  <a:pt x="0" y="436563"/>
                </a:cubicBezTo>
                <a:cubicBezTo>
                  <a:pt x="0" y="370830"/>
                  <a:pt x="53330" y="317500"/>
                  <a:pt x="119062" y="317500"/>
                </a:cubicBezTo>
                <a:cubicBezTo>
                  <a:pt x="184795" y="317500"/>
                  <a:pt x="238125" y="370830"/>
                  <a:pt x="238125" y="436563"/>
                </a:cubicBezTo>
                <a:cubicBezTo>
                  <a:pt x="238125" y="473770"/>
                  <a:pt x="211956" y="519658"/>
                  <a:pt x="184175" y="557981"/>
                </a:cubicBezTo>
                <a:cubicBezTo>
                  <a:pt x="170904" y="576213"/>
                  <a:pt x="157262" y="592708"/>
                  <a:pt x="145976" y="605730"/>
                </a:cubicBezTo>
                <a:lnTo>
                  <a:pt x="145231" y="606599"/>
                </a:lnTo>
                <a:close/>
                <a:moveTo>
                  <a:pt x="158750" y="436563"/>
                </a:moveTo>
                <a:cubicBezTo>
                  <a:pt x="158750" y="414658"/>
                  <a:pt x="140967" y="396875"/>
                  <a:pt x="119062" y="396875"/>
                </a:cubicBezTo>
                <a:cubicBezTo>
                  <a:pt x="97158" y="396875"/>
                  <a:pt x="79375" y="414658"/>
                  <a:pt x="79375" y="436563"/>
                </a:cubicBezTo>
                <a:cubicBezTo>
                  <a:pt x="79375" y="458467"/>
                  <a:pt x="97158" y="476250"/>
                  <a:pt x="119062" y="476250"/>
                </a:cubicBezTo>
                <a:cubicBezTo>
                  <a:pt x="140967" y="476250"/>
                  <a:pt x="158750" y="458467"/>
                  <a:pt x="158750" y="436563"/>
                </a:cubicBezTo>
                <a:close/>
                <a:moveTo>
                  <a:pt x="515937" y="158750"/>
                </a:moveTo>
                <a:cubicBezTo>
                  <a:pt x="537842" y="158750"/>
                  <a:pt x="555625" y="140967"/>
                  <a:pt x="555625" y="119062"/>
                </a:cubicBezTo>
                <a:cubicBezTo>
                  <a:pt x="555625" y="97158"/>
                  <a:pt x="537842" y="79375"/>
                  <a:pt x="515937" y="79375"/>
                </a:cubicBezTo>
                <a:cubicBezTo>
                  <a:pt x="494033" y="79375"/>
                  <a:pt x="476250" y="97158"/>
                  <a:pt x="476250" y="119062"/>
                </a:cubicBezTo>
                <a:cubicBezTo>
                  <a:pt x="476250" y="140967"/>
                  <a:pt x="494033" y="158750"/>
                  <a:pt x="515937" y="15875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667000" y="5334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Guía visual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6096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Dirige al jugador por el entorno sin necesidad de texto.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4953000"/>
            <a:ext cx="6350000" cy="2540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8755063" y="5334000"/>
            <a:ext cx="396875" cy="635000"/>
          </a:xfrm>
          <a:custGeom>
            <a:avLst/>
            <a:gdLst/>
            <a:ahLst/>
            <a:cxnLst/>
            <a:rect l="l" t="t" r="r" b="b"/>
            <a:pathLst>
              <a:path w="396875" h="635000">
                <a:moveTo>
                  <a:pt x="79375" y="-39687"/>
                </a:moveTo>
                <a:cubicBezTo>
                  <a:pt x="35595" y="-39687"/>
                  <a:pt x="0" y="-4093"/>
                  <a:pt x="0" y="39688"/>
                </a:cubicBezTo>
                <a:lnTo>
                  <a:pt x="0" y="476250"/>
                </a:lnTo>
                <a:cubicBezTo>
                  <a:pt x="0" y="585887"/>
                  <a:pt x="88801" y="674688"/>
                  <a:pt x="198438" y="674688"/>
                </a:cubicBezTo>
                <a:cubicBezTo>
                  <a:pt x="308074" y="674688"/>
                  <a:pt x="396875" y="585887"/>
                  <a:pt x="396875" y="476250"/>
                </a:cubicBezTo>
                <a:lnTo>
                  <a:pt x="396875" y="39688"/>
                </a:lnTo>
                <a:cubicBezTo>
                  <a:pt x="396875" y="-4093"/>
                  <a:pt x="361280" y="-39687"/>
                  <a:pt x="317500" y="-39687"/>
                </a:cubicBezTo>
                <a:lnTo>
                  <a:pt x="79375" y="-39687"/>
                </a:lnTo>
                <a:close/>
                <a:moveTo>
                  <a:pt x="198438" y="446484"/>
                </a:moveTo>
                <a:cubicBezTo>
                  <a:pt x="236761" y="446484"/>
                  <a:pt x="267891" y="477614"/>
                  <a:pt x="267891" y="515937"/>
                </a:cubicBezTo>
                <a:cubicBezTo>
                  <a:pt x="267891" y="554261"/>
                  <a:pt x="236761" y="585391"/>
                  <a:pt x="198438" y="585391"/>
                </a:cubicBezTo>
                <a:cubicBezTo>
                  <a:pt x="160114" y="585391"/>
                  <a:pt x="128984" y="554261"/>
                  <a:pt x="128984" y="515937"/>
                </a:cubicBezTo>
                <a:cubicBezTo>
                  <a:pt x="128984" y="477614"/>
                  <a:pt x="160114" y="446484"/>
                  <a:pt x="198438" y="446484"/>
                </a:cubicBezTo>
                <a:close/>
                <a:moveTo>
                  <a:pt x="267891" y="317500"/>
                </a:moveTo>
                <a:cubicBezTo>
                  <a:pt x="267891" y="355832"/>
                  <a:pt x="236770" y="386953"/>
                  <a:pt x="198438" y="386953"/>
                </a:cubicBezTo>
                <a:cubicBezTo>
                  <a:pt x="160105" y="386953"/>
                  <a:pt x="128984" y="355832"/>
                  <a:pt x="128984" y="317500"/>
                </a:cubicBezTo>
                <a:cubicBezTo>
                  <a:pt x="128984" y="279168"/>
                  <a:pt x="160105" y="248047"/>
                  <a:pt x="198438" y="248047"/>
                </a:cubicBezTo>
                <a:cubicBezTo>
                  <a:pt x="236770" y="248047"/>
                  <a:pt x="267891" y="279168"/>
                  <a:pt x="267891" y="317500"/>
                </a:cubicBezTo>
                <a:close/>
                <a:moveTo>
                  <a:pt x="198438" y="188516"/>
                </a:moveTo>
                <a:cubicBezTo>
                  <a:pt x="160105" y="188516"/>
                  <a:pt x="128984" y="157395"/>
                  <a:pt x="128984" y="119062"/>
                </a:cubicBezTo>
                <a:cubicBezTo>
                  <a:pt x="128984" y="80730"/>
                  <a:pt x="160105" y="49609"/>
                  <a:pt x="198438" y="49609"/>
                </a:cubicBezTo>
                <a:cubicBezTo>
                  <a:pt x="236770" y="49609"/>
                  <a:pt x="267891" y="80730"/>
                  <a:pt x="267891" y="119062"/>
                </a:cubicBezTo>
                <a:cubicBezTo>
                  <a:pt x="267891" y="157395"/>
                  <a:pt x="236770" y="188516"/>
                  <a:pt x="198438" y="188516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525000" y="5334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de señales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6096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Comunica información crítica al instante.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986000" y="4953000"/>
            <a:ext cx="6350000" cy="2540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5414625" y="5334000"/>
            <a:ext cx="793750" cy="635000"/>
          </a:xfrm>
          <a:custGeom>
            <a:avLst/>
            <a:gdLst/>
            <a:ahLst/>
            <a:cxnLst/>
            <a:rect l="l" t="t" r="r" b="b"/>
            <a:pathLst>
              <a:path w="793750" h="635000">
                <a:moveTo>
                  <a:pt x="515813" y="261069"/>
                </a:moveTo>
                <a:cubicBezTo>
                  <a:pt x="530944" y="256977"/>
                  <a:pt x="546819" y="264170"/>
                  <a:pt x="553641" y="278185"/>
                </a:cubicBezTo>
                <a:lnTo>
                  <a:pt x="576709" y="324817"/>
                </a:lnTo>
                <a:cubicBezTo>
                  <a:pt x="589483" y="326554"/>
                  <a:pt x="602010" y="330026"/>
                  <a:pt x="613792" y="334863"/>
                </a:cubicBezTo>
                <a:lnTo>
                  <a:pt x="657200" y="305966"/>
                </a:lnTo>
                <a:cubicBezTo>
                  <a:pt x="670223" y="297284"/>
                  <a:pt x="687462" y="299021"/>
                  <a:pt x="698500" y="310059"/>
                </a:cubicBezTo>
                <a:lnTo>
                  <a:pt x="722313" y="333871"/>
                </a:lnTo>
                <a:cubicBezTo>
                  <a:pt x="733351" y="344909"/>
                  <a:pt x="735087" y="362272"/>
                  <a:pt x="726405" y="375171"/>
                </a:cubicBezTo>
                <a:lnTo>
                  <a:pt x="697508" y="418455"/>
                </a:lnTo>
                <a:cubicBezTo>
                  <a:pt x="699864" y="424284"/>
                  <a:pt x="701973" y="430361"/>
                  <a:pt x="703709" y="436687"/>
                </a:cubicBezTo>
                <a:cubicBezTo>
                  <a:pt x="705445" y="443012"/>
                  <a:pt x="706562" y="449213"/>
                  <a:pt x="707430" y="455538"/>
                </a:cubicBezTo>
                <a:lnTo>
                  <a:pt x="754187" y="478606"/>
                </a:lnTo>
                <a:cubicBezTo>
                  <a:pt x="768201" y="485552"/>
                  <a:pt x="775395" y="501427"/>
                  <a:pt x="771302" y="516434"/>
                </a:cubicBezTo>
                <a:lnTo>
                  <a:pt x="762620" y="548928"/>
                </a:lnTo>
                <a:cubicBezTo>
                  <a:pt x="758527" y="563935"/>
                  <a:pt x="744513" y="574104"/>
                  <a:pt x="728886" y="573112"/>
                </a:cubicBezTo>
                <a:lnTo>
                  <a:pt x="676796" y="569764"/>
                </a:lnTo>
                <a:cubicBezTo>
                  <a:pt x="668982" y="579810"/>
                  <a:pt x="659929" y="589111"/>
                  <a:pt x="649635" y="597049"/>
                </a:cubicBezTo>
                <a:lnTo>
                  <a:pt x="652983" y="649015"/>
                </a:lnTo>
                <a:cubicBezTo>
                  <a:pt x="653976" y="664642"/>
                  <a:pt x="643806" y="678780"/>
                  <a:pt x="628799" y="682749"/>
                </a:cubicBezTo>
                <a:lnTo>
                  <a:pt x="596305" y="691431"/>
                </a:lnTo>
                <a:cubicBezTo>
                  <a:pt x="581174" y="695523"/>
                  <a:pt x="565423" y="688330"/>
                  <a:pt x="558478" y="674315"/>
                </a:cubicBezTo>
                <a:lnTo>
                  <a:pt x="535409" y="627683"/>
                </a:lnTo>
                <a:cubicBezTo>
                  <a:pt x="522635" y="625946"/>
                  <a:pt x="510108" y="622474"/>
                  <a:pt x="498326" y="617637"/>
                </a:cubicBezTo>
                <a:lnTo>
                  <a:pt x="454918" y="646534"/>
                </a:lnTo>
                <a:cubicBezTo>
                  <a:pt x="441896" y="655216"/>
                  <a:pt x="424656" y="653479"/>
                  <a:pt x="413618" y="642441"/>
                </a:cubicBezTo>
                <a:lnTo>
                  <a:pt x="389806" y="618629"/>
                </a:lnTo>
                <a:cubicBezTo>
                  <a:pt x="378768" y="607591"/>
                  <a:pt x="377031" y="590352"/>
                  <a:pt x="385713" y="577329"/>
                </a:cubicBezTo>
                <a:lnTo>
                  <a:pt x="414610" y="533921"/>
                </a:lnTo>
                <a:cubicBezTo>
                  <a:pt x="412254" y="528092"/>
                  <a:pt x="410146" y="522015"/>
                  <a:pt x="408409" y="515689"/>
                </a:cubicBezTo>
                <a:cubicBezTo>
                  <a:pt x="406673" y="509364"/>
                  <a:pt x="405557" y="503039"/>
                  <a:pt x="404688" y="496838"/>
                </a:cubicBezTo>
                <a:lnTo>
                  <a:pt x="357932" y="473770"/>
                </a:lnTo>
                <a:cubicBezTo>
                  <a:pt x="343917" y="466824"/>
                  <a:pt x="336848" y="450949"/>
                  <a:pt x="340816" y="435942"/>
                </a:cubicBezTo>
                <a:lnTo>
                  <a:pt x="349498" y="403448"/>
                </a:lnTo>
                <a:cubicBezTo>
                  <a:pt x="353591" y="388441"/>
                  <a:pt x="367605" y="378271"/>
                  <a:pt x="383232" y="379264"/>
                </a:cubicBezTo>
                <a:lnTo>
                  <a:pt x="435198" y="382612"/>
                </a:lnTo>
                <a:cubicBezTo>
                  <a:pt x="443012" y="372566"/>
                  <a:pt x="452065" y="363265"/>
                  <a:pt x="462359" y="355327"/>
                </a:cubicBezTo>
                <a:lnTo>
                  <a:pt x="459011" y="303485"/>
                </a:lnTo>
                <a:cubicBezTo>
                  <a:pt x="458019" y="287858"/>
                  <a:pt x="468188" y="273720"/>
                  <a:pt x="483195" y="269751"/>
                </a:cubicBezTo>
                <a:lnTo>
                  <a:pt x="515689" y="261069"/>
                </a:lnTo>
                <a:close/>
                <a:moveTo>
                  <a:pt x="556121" y="421680"/>
                </a:moveTo>
                <a:cubicBezTo>
                  <a:pt x="526003" y="421714"/>
                  <a:pt x="501579" y="446194"/>
                  <a:pt x="501613" y="476312"/>
                </a:cubicBezTo>
                <a:cubicBezTo>
                  <a:pt x="501647" y="506430"/>
                  <a:pt x="526127" y="530855"/>
                  <a:pt x="556245" y="530820"/>
                </a:cubicBezTo>
                <a:cubicBezTo>
                  <a:pt x="586363" y="530786"/>
                  <a:pt x="610788" y="506306"/>
                  <a:pt x="610753" y="476188"/>
                </a:cubicBezTo>
                <a:cubicBezTo>
                  <a:pt x="610719" y="446070"/>
                  <a:pt x="586239" y="421645"/>
                  <a:pt x="556121" y="421680"/>
                </a:cubicBezTo>
                <a:close/>
                <a:moveTo>
                  <a:pt x="278929" y="-56431"/>
                </a:moveTo>
                <a:lnTo>
                  <a:pt x="311423" y="-47749"/>
                </a:lnTo>
                <a:cubicBezTo>
                  <a:pt x="326430" y="-43656"/>
                  <a:pt x="336600" y="-29518"/>
                  <a:pt x="335607" y="-14015"/>
                </a:cubicBezTo>
                <a:lnTo>
                  <a:pt x="332259" y="37827"/>
                </a:lnTo>
                <a:cubicBezTo>
                  <a:pt x="342553" y="45765"/>
                  <a:pt x="351606" y="54942"/>
                  <a:pt x="359420" y="65112"/>
                </a:cubicBezTo>
                <a:lnTo>
                  <a:pt x="411510" y="61764"/>
                </a:lnTo>
                <a:cubicBezTo>
                  <a:pt x="427013" y="60771"/>
                  <a:pt x="441151" y="70941"/>
                  <a:pt x="445244" y="85948"/>
                </a:cubicBezTo>
                <a:lnTo>
                  <a:pt x="453926" y="118442"/>
                </a:lnTo>
                <a:cubicBezTo>
                  <a:pt x="457895" y="133449"/>
                  <a:pt x="450825" y="149324"/>
                  <a:pt x="436811" y="156270"/>
                </a:cubicBezTo>
                <a:lnTo>
                  <a:pt x="390054" y="179338"/>
                </a:lnTo>
                <a:cubicBezTo>
                  <a:pt x="389186" y="185663"/>
                  <a:pt x="387945" y="191988"/>
                  <a:pt x="386333" y="198189"/>
                </a:cubicBezTo>
                <a:cubicBezTo>
                  <a:pt x="384721" y="204391"/>
                  <a:pt x="382488" y="210592"/>
                  <a:pt x="380132" y="216421"/>
                </a:cubicBezTo>
                <a:lnTo>
                  <a:pt x="409029" y="259829"/>
                </a:lnTo>
                <a:cubicBezTo>
                  <a:pt x="417711" y="272852"/>
                  <a:pt x="415975" y="290091"/>
                  <a:pt x="404937" y="301129"/>
                </a:cubicBezTo>
                <a:lnTo>
                  <a:pt x="381124" y="324941"/>
                </a:lnTo>
                <a:cubicBezTo>
                  <a:pt x="370086" y="335979"/>
                  <a:pt x="352847" y="337716"/>
                  <a:pt x="339824" y="329034"/>
                </a:cubicBezTo>
                <a:lnTo>
                  <a:pt x="296416" y="300137"/>
                </a:lnTo>
                <a:cubicBezTo>
                  <a:pt x="284634" y="304974"/>
                  <a:pt x="272107" y="308446"/>
                  <a:pt x="259333" y="310183"/>
                </a:cubicBezTo>
                <a:lnTo>
                  <a:pt x="236265" y="356815"/>
                </a:lnTo>
                <a:cubicBezTo>
                  <a:pt x="229319" y="370830"/>
                  <a:pt x="213444" y="377899"/>
                  <a:pt x="198438" y="373931"/>
                </a:cubicBezTo>
                <a:lnTo>
                  <a:pt x="165943" y="365249"/>
                </a:lnTo>
                <a:cubicBezTo>
                  <a:pt x="150813" y="361156"/>
                  <a:pt x="140767" y="347018"/>
                  <a:pt x="141759" y="331515"/>
                </a:cubicBezTo>
                <a:lnTo>
                  <a:pt x="145107" y="279549"/>
                </a:lnTo>
                <a:cubicBezTo>
                  <a:pt x="134813" y="271611"/>
                  <a:pt x="125760" y="262434"/>
                  <a:pt x="117946" y="252264"/>
                </a:cubicBezTo>
                <a:lnTo>
                  <a:pt x="65856" y="255612"/>
                </a:lnTo>
                <a:cubicBezTo>
                  <a:pt x="50354" y="256604"/>
                  <a:pt x="36215" y="246435"/>
                  <a:pt x="32122" y="231428"/>
                </a:cubicBezTo>
                <a:lnTo>
                  <a:pt x="23440" y="198934"/>
                </a:lnTo>
                <a:cubicBezTo>
                  <a:pt x="19472" y="183927"/>
                  <a:pt x="26541" y="168052"/>
                  <a:pt x="40556" y="161106"/>
                </a:cubicBezTo>
                <a:lnTo>
                  <a:pt x="87313" y="138038"/>
                </a:lnTo>
                <a:cubicBezTo>
                  <a:pt x="88181" y="131713"/>
                  <a:pt x="89421" y="125512"/>
                  <a:pt x="91033" y="119187"/>
                </a:cubicBezTo>
                <a:cubicBezTo>
                  <a:pt x="92770" y="112861"/>
                  <a:pt x="94754" y="106784"/>
                  <a:pt x="97234" y="100955"/>
                </a:cubicBezTo>
                <a:lnTo>
                  <a:pt x="68337" y="57671"/>
                </a:lnTo>
                <a:cubicBezTo>
                  <a:pt x="59655" y="44648"/>
                  <a:pt x="61392" y="27409"/>
                  <a:pt x="72430" y="16371"/>
                </a:cubicBezTo>
                <a:lnTo>
                  <a:pt x="96242" y="-7441"/>
                </a:lnTo>
                <a:cubicBezTo>
                  <a:pt x="107280" y="-18479"/>
                  <a:pt x="124520" y="-20216"/>
                  <a:pt x="137542" y="-11534"/>
                </a:cubicBezTo>
                <a:lnTo>
                  <a:pt x="180950" y="17363"/>
                </a:lnTo>
                <a:cubicBezTo>
                  <a:pt x="192732" y="12526"/>
                  <a:pt x="205259" y="9054"/>
                  <a:pt x="218033" y="7317"/>
                </a:cubicBezTo>
                <a:lnTo>
                  <a:pt x="241102" y="-39315"/>
                </a:lnTo>
                <a:cubicBezTo>
                  <a:pt x="248047" y="-53330"/>
                  <a:pt x="263798" y="-60399"/>
                  <a:pt x="278929" y="-56431"/>
                </a:cubicBezTo>
                <a:close/>
                <a:moveTo>
                  <a:pt x="238621" y="104180"/>
                </a:moveTo>
                <a:cubicBezTo>
                  <a:pt x="208503" y="104180"/>
                  <a:pt x="184051" y="128632"/>
                  <a:pt x="184051" y="158750"/>
                </a:cubicBezTo>
                <a:cubicBezTo>
                  <a:pt x="184051" y="188868"/>
                  <a:pt x="208503" y="213320"/>
                  <a:pt x="238621" y="213320"/>
                </a:cubicBezTo>
                <a:cubicBezTo>
                  <a:pt x="268739" y="213320"/>
                  <a:pt x="293191" y="188868"/>
                  <a:pt x="293191" y="158750"/>
                </a:cubicBezTo>
                <a:cubicBezTo>
                  <a:pt x="293191" y="128632"/>
                  <a:pt x="268739" y="104180"/>
                  <a:pt x="238621" y="10418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6383000" y="5334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Refuerzo de mecánicas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494000" y="6096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Refuerza las reglas del juego visualmente.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Gameplay y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270000" y="2921000"/>
            <a:ext cx="6604000" cy="304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778000" y="330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19125" y="636091"/>
                </a:moveTo>
                <a:cubicBezTo>
                  <a:pt x="706189" y="570607"/>
                  <a:pt x="762000" y="469999"/>
                  <a:pt x="762000" y="357187"/>
                </a:cubicBezTo>
                <a:cubicBezTo>
                  <a:pt x="762000" y="159990"/>
                  <a:pt x="591443" y="0"/>
                  <a:pt x="381000" y="0"/>
                </a:cubicBezTo>
                <a:cubicBezTo>
                  <a:pt x="170557" y="0"/>
                  <a:pt x="0" y="159990"/>
                  <a:pt x="0" y="357188"/>
                </a:cubicBezTo>
                <a:cubicBezTo>
                  <a:pt x="0" y="469999"/>
                  <a:pt x="55811" y="570607"/>
                  <a:pt x="142875" y="636091"/>
                </a:cubicBezTo>
                <a:lnTo>
                  <a:pt x="142875" y="690563"/>
                </a:lnTo>
                <a:cubicBezTo>
                  <a:pt x="142875" y="730002"/>
                  <a:pt x="174873" y="762000"/>
                  <a:pt x="214313" y="762000"/>
                </a:cubicBezTo>
                <a:lnTo>
                  <a:pt x="261938" y="762000"/>
                </a:lnTo>
                <a:lnTo>
                  <a:pt x="261938" y="702469"/>
                </a:lnTo>
                <a:cubicBezTo>
                  <a:pt x="261938" y="682675"/>
                  <a:pt x="277862" y="666750"/>
                  <a:pt x="297656" y="666750"/>
                </a:cubicBezTo>
                <a:cubicBezTo>
                  <a:pt x="317450" y="666750"/>
                  <a:pt x="333375" y="682675"/>
                  <a:pt x="333375" y="702469"/>
                </a:cubicBezTo>
                <a:lnTo>
                  <a:pt x="333375" y="762000"/>
                </a:lnTo>
                <a:lnTo>
                  <a:pt x="428625" y="762000"/>
                </a:lnTo>
                <a:lnTo>
                  <a:pt x="428625" y="702469"/>
                </a:lnTo>
                <a:cubicBezTo>
                  <a:pt x="428625" y="682675"/>
                  <a:pt x="444550" y="666750"/>
                  <a:pt x="464344" y="666750"/>
                </a:cubicBezTo>
                <a:cubicBezTo>
                  <a:pt x="484138" y="666750"/>
                  <a:pt x="500063" y="682675"/>
                  <a:pt x="500063" y="702469"/>
                </a:cubicBezTo>
                <a:lnTo>
                  <a:pt x="500063" y="762000"/>
                </a:lnTo>
                <a:lnTo>
                  <a:pt x="547687" y="762000"/>
                </a:lnTo>
                <a:cubicBezTo>
                  <a:pt x="587127" y="762000"/>
                  <a:pt x="619125" y="730002"/>
                  <a:pt x="619125" y="690563"/>
                </a:cubicBezTo>
                <a:lnTo>
                  <a:pt x="619125" y="636091"/>
                </a:lnTo>
                <a:close/>
                <a:moveTo>
                  <a:pt x="142875" y="381000"/>
                </a:moveTo>
                <a:cubicBezTo>
                  <a:pt x="142875" y="328430"/>
                  <a:pt x="185555" y="285750"/>
                  <a:pt x="238125" y="285750"/>
                </a:cubicBezTo>
                <a:cubicBezTo>
                  <a:pt x="290695" y="285750"/>
                  <a:pt x="333375" y="328430"/>
                  <a:pt x="333375" y="381000"/>
                </a:cubicBezTo>
                <a:cubicBezTo>
                  <a:pt x="333375" y="433570"/>
                  <a:pt x="290695" y="476250"/>
                  <a:pt x="238125" y="476250"/>
                </a:cubicBezTo>
                <a:cubicBezTo>
                  <a:pt x="185555" y="476250"/>
                  <a:pt x="142875" y="433570"/>
                  <a:pt x="142875" y="381000"/>
                </a:cubicBezTo>
                <a:close/>
                <a:moveTo>
                  <a:pt x="523875" y="285750"/>
                </a:moveTo>
                <a:cubicBezTo>
                  <a:pt x="576445" y="285750"/>
                  <a:pt x="619125" y="328430"/>
                  <a:pt x="619125" y="381000"/>
                </a:cubicBezTo>
                <a:cubicBezTo>
                  <a:pt x="619125" y="433570"/>
                  <a:pt x="576445" y="476250"/>
                  <a:pt x="523875" y="476250"/>
                </a:cubicBezTo>
                <a:cubicBezTo>
                  <a:pt x="471305" y="476250"/>
                  <a:pt x="428625" y="433570"/>
                  <a:pt x="428625" y="381000"/>
                </a:cubicBezTo>
                <a:cubicBezTo>
                  <a:pt x="428625" y="328430"/>
                  <a:pt x="471305" y="285750"/>
                  <a:pt x="523875" y="28575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94000" y="3302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ENEMIGOS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94000" y="3937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Rojo / Naranja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4699000"/>
            <a:ext cx="558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Amenaza inmediata, requiere acción defensiva.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921000"/>
            <a:ext cx="6604000" cy="304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890000" y="330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906000" y="3302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ALIADOS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0" y="3937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Azul / Verde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4699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Seguridad, confianza, apoyo en combate.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494000" y="2921000"/>
            <a:ext cx="6604000" cy="304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6002000" y="330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73682" y="50304"/>
                </a:moveTo>
                <a:cubicBezTo>
                  <a:pt x="180380" y="41225"/>
                  <a:pt x="191095" y="35719"/>
                  <a:pt x="202406" y="35719"/>
                </a:cubicBezTo>
                <a:lnTo>
                  <a:pt x="559594" y="35719"/>
                </a:lnTo>
                <a:cubicBezTo>
                  <a:pt x="570905" y="35719"/>
                  <a:pt x="581620" y="41077"/>
                  <a:pt x="588318" y="50304"/>
                </a:cubicBezTo>
                <a:lnTo>
                  <a:pt x="755005" y="276523"/>
                </a:lnTo>
                <a:cubicBezTo>
                  <a:pt x="765125" y="290215"/>
                  <a:pt x="764084" y="309116"/>
                  <a:pt x="752773" y="321766"/>
                </a:cubicBezTo>
                <a:lnTo>
                  <a:pt x="407491" y="702766"/>
                </a:lnTo>
                <a:cubicBezTo>
                  <a:pt x="400794" y="710208"/>
                  <a:pt x="391120" y="714524"/>
                  <a:pt x="381000" y="714524"/>
                </a:cubicBezTo>
                <a:cubicBezTo>
                  <a:pt x="370880" y="714524"/>
                  <a:pt x="361355" y="710208"/>
                  <a:pt x="354509" y="702766"/>
                </a:cubicBezTo>
                <a:lnTo>
                  <a:pt x="9227" y="321766"/>
                </a:lnTo>
                <a:cubicBezTo>
                  <a:pt x="-2232" y="309116"/>
                  <a:pt x="-3125" y="290215"/>
                  <a:pt x="6995" y="276523"/>
                </a:cubicBezTo>
                <a:lnTo>
                  <a:pt x="173682" y="50304"/>
                </a:lnTo>
                <a:close/>
                <a:moveTo>
                  <a:pt x="230981" y="109537"/>
                </a:moveTo>
                <a:cubicBezTo>
                  <a:pt x="226070" y="113258"/>
                  <a:pt x="224730" y="119955"/>
                  <a:pt x="227856" y="125164"/>
                </a:cubicBezTo>
                <a:lnTo>
                  <a:pt x="313283" y="267593"/>
                </a:lnTo>
                <a:lnTo>
                  <a:pt x="94208" y="285750"/>
                </a:lnTo>
                <a:cubicBezTo>
                  <a:pt x="88106" y="286196"/>
                  <a:pt x="83344" y="291405"/>
                  <a:pt x="83344" y="297656"/>
                </a:cubicBezTo>
                <a:cubicBezTo>
                  <a:pt x="83344" y="303907"/>
                  <a:pt x="88106" y="308967"/>
                  <a:pt x="94208" y="309563"/>
                </a:cubicBezTo>
                <a:lnTo>
                  <a:pt x="379958" y="333375"/>
                </a:lnTo>
                <a:cubicBezTo>
                  <a:pt x="380554" y="333375"/>
                  <a:pt x="381298" y="333375"/>
                  <a:pt x="381893" y="333375"/>
                </a:cubicBezTo>
                <a:lnTo>
                  <a:pt x="667643" y="309563"/>
                </a:lnTo>
                <a:cubicBezTo>
                  <a:pt x="673745" y="309116"/>
                  <a:pt x="678507" y="303907"/>
                  <a:pt x="678507" y="297656"/>
                </a:cubicBezTo>
                <a:cubicBezTo>
                  <a:pt x="678507" y="291405"/>
                  <a:pt x="673745" y="286345"/>
                  <a:pt x="667643" y="285750"/>
                </a:cubicBezTo>
                <a:lnTo>
                  <a:pt x="448568" y="267444"/>
                </a:lnTo>
                <a:lnTo>
                  <a:pt x="533995" y="125164"/>
                </a:lnTo>
                <a:cubicBezTo>
                  <a:pt x="537121" y="119955"/>
                  <a:pt x="535781" y="113109"/>
                  <a:pt x="530870" y="109537"/>
                </a:cubicBezTo>
                <a:cubicBezTo>
                  <a:pt x="525959" y="105966"/>
                  <a:pt x="519113" y="106561"/>
                  <a:pt x="514945" y="111026"/>
                </a:cubicBezTo>
                <a:lnTo>
                  <a:pt x="381000" y="256282"/>
                </a:lnTo>
                <a:lnTo>
                  <a:pt x="246906" y="111026"/>
                </a:lnTo>
                <a:cubicBezTo>
                  <a:pt x="242739" y="106561"/>
                  <a:pt x="235893" y="105966"/>
                  <a:pt x="230981" y="109537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7018000" y="3302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018000" y="3937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Colores brillantes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0" y="4699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Importancia alta, recompensas o peligro.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" y="7112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Identificación rápida en </a:t>
            </a:r>
            <a:r>
              <a:rPr lang="en-US" sz="32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milisegundos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8255000"/>
            <a:ext cx="20320000" cy="762000"/>
          </a:xfrm>
          <a:prstGeom prst="rect">
            <a:avLst/>
          </a:prstGeom>
          <a:gradFill flip="none" rotWithShape="1">
            <a:gsLst>
              <a:gs pos="0">
                <a:srgbClr val="EF4444"/>
              </a:gs>
              <a:gs pos="33000">
                <a:srgbClr val="F59E0B"/>
              </a:gs>
              <a:gs pos="66000">
                <a:srgbClr val="22C55E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270000" y="9144000"/>
            <a:ext cx="203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Reconocimiento instantáneo sin necesidad de leer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Navegación y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Entorno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70000" y="266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color como </a:t>
            </a: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guía espacial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4064000"/>
            <a:ext cx="10160000" cy="3556000"/>
          </a:xfrm>
          <a:prstGeom prst="rect">
            <a:avLst/>
          </a:prstGeom>
          <a:gradFill flip="none" rotWithShape="1">
            <a:gsLst>
              <a:gs pos="0">
                <a:srgbClr val="F59E0B">
                  <a:alpha val="19000"/>
                </a:srgbClr>
              </a:gs>
              <a:gs pos="50000">
                <a:srgbClr val="F59E0B">
                  <a:alpha val="9000"/>
                </a:srgbClr>
              </a:gs>
              <a:gs pos="100000">
                <a:srgbClr val="F59E0B">
                  <a:alpha val="3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778000" y="4318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TONOS CÁLIDOS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5080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Caminos principales, áreas de interés, objetivos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38313" y="5969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476250" y="198438"/>
                </a:moveTo>
                <a:cubicBezTo>
                  <a:pt x="454298" y="198438"/>
                  <a:pt x="436563" y="180702"/>
                  <a:pt x="436563" y="158750"/>
                </a:cubicBezTo>
                <a:cubicBezTo>
                  <a:pt x="436563" y="136798"/>
                  <a:pt x="454298" y="119062"/>
                  <a:pt x="476250" y="119062"/>
                </a:cubicBezTo>
                <a:lnTo>
                  <a:pt x="674688" y="119062"/>
                </a:lnTo>
                <a:cubicBezTo>
                  <a:pt x="696640" y="119062"/>
                  <a:pt x="714375" y="136798"/>
                  <a:pt x="714375" y="158750"/>
                </a:cubicBezTo>
                <a:lnTo>
                  <a:pt x="714375" y="357188"/>
                </a:lnTo>
                <a:cubicBezTo>
                  <a:pt x="714375" y="379140"/>
                  <a:pt x="696640" y="396875"/>
                  <a:pt x="674688" y="396875"/>
                </a:cubicBezTo>
                <a:cubicBezTo>
                  <a:pt x="652735" y="396875"/>
                  <a:pt x="635000" y="379140"/>
                  <a:pt x="635000" y="357188"/>
                </a:cubicBezTo>
                <a:lnTo>
                  <a:pt x="635000" y="254620"/>
                </a:lnTo>
                <a:lnTo>
                  <a:pt x="424904" y="464716"/>
                </a:lnTo>
                <a:cubicBezTo>
                  <a:pt x="409401" y="480219"/>
                  <a:pt x="384225" y="480219"/>
                  <a:pt x="368722" y="464716"/>
                </a:cubicBezTo>
                <a:lnTo>
                  <a:pt x="238125" y="333995"/>
                </a:lnTo>
                <a:lnTo>
                  <a:pt x="67717" y="504279"/>
                </a:lnTo>
                <a:cubicBezTo>
                  <a:pt x="52214" y="519782"/>
                  <a:pt x="27037" y="519782"/>
                  <a:pt x="11534" y="504279"/>
                </a:cubicBezTo>
                <a:cubicBezTo>
                  <a:pt x="-3969" y="488776"/>
                  <a:pt x="-3969" y="463600"/>
                  <a:pt x="11534" y="448097"/>
                </a:cubicBezTo>
                <a:lnTo>
                  <a:pt x="209972" y="249659"/>
                </a:lnTo>
                <a:cubicBezTo>
                  <a:pt x="225475" y="234156"/>
                  <a:pt x="250651" y="234156"/>
                  <a:pt x="266154" y="249659"/>
                </a:cubicBezTo>
                <a:lnTo>
                  <a:pt x="396875" y="380380"/>
                </a:lnTo>
                <a:lnTo>
                  <a:pt x="578817" y="198438"/>
                </a:lnTo>
                <a:lnTo>
                  <a:pt x="476250" y="198438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270000" y="8001000"/>
            <a:ext cx="10160000" cy="3556000"/>
          </a:xfrm>
          <a:prstGeom prst="rect">
            <a:avLst/>
          </a:prstGeom>
          <a:gradFill flip="none" rotWithShape="1">
            <a:gsLst>
              <a:gs pos="0">
                <a:srgbClr val="38BDF8">
                  <a:alpha val="19000"/>
                </a:srgbClr>
              </a:gs>
              <a:gs pos="50000">
                <a:srgbClr val="38BDF8">
                  <a:alpha val="9000"/>
                </a:srgbClr>
              </a:gs>
              <a:gs pos="100000">
                <a:srgbClr val="38BDF8">
                  <a:alpha val="3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778000" y="8255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TONOS FRÍOS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9017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Áreas secundarias, fondo, zonas explorables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38313" y="9906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476250" y="436563"/>
                </a:moveTo>
                <a:cubicBezTo>
                  <a:pt x="454298" y="436563"/>
                  <a:pt x="436563" y="454298"/>
                  <a:pt x="436563" y="476250"/>
                </a:cubicBezTo>
                <a:cubicBezTo>
                  <a:pt x="436563" y="498202"/>
                  <a:pt x="454298" y="515937"/>
                  <a:pt x="476250" y="515937"/>
                </a:cubicBezTo>
                <a:lnTo>
                  <a:pt x="674688" y="515937"/>
                </a:lnTo>
                <a:cubicBezTo>
                  <a:pt x="696640" y="515937"/>
                  <a:pt x="714375" y="498202"/>
                  <a:pt x="714375" y="476250"/>
                </a:cubicBezTo>
                <a:lnTo>
                  <a:pt x="714375" y="277813"/>
                </a:lnTo>
                <a:cubicBezTo>
                  <a:pt x="714375" y="255860"/>
                  <a:pt x="696640" y="238125"/>
                  <a:pt x="674688" y="238125"/>
                </a:cubicBezTo>
                <a:cubicBezTo>
                  <a:pt x="652735" y="238125"/>
                  <a:pt x="635000" y="255860"/>
                  <a:pt x="635000" y="277813"/>
                </a:cubicBezTo>
                <a:lnTo>
                  <a:pt x="635000" y="380380"/>
                </a:lnTo>
                <a:lnTo>
                  <a:pt x="424904" y="170284"/>
                </a:lnTo>
                <a:cubicBezTo>
                  <a:pt x="409401" y="154781"/>
                  <a:pt x="384225" y="154781"/>
                  <a:pt x="368722" y="170284"/>
                </a:cubicBezTo>
                <a:lnTo>
                  <a:pt x="238125" y="301005"/>
                </a:lnTo>
                <a:lnTo>
                  <a:pt x="67717" y="130721"/>
                </a:lnTo>
                <a:cubicBezTo>
                  <a:pt x="52214" y="115218"/>
                  <a:pt x="27037" y="115218"/>
                  <a:pt x="11534" y="130721"/>
                </a:cubicBezTo>
                <a:cubicBezTo>
                  <a:pt x="-3969" y="146224"/>
                  <a:pt x="-3969" y="171400"/>
                  <a:pt x="11534" y="186903"/>
                </a:cubicBezTo>
                <a:lnTo>
                  <a:pt x="209972" y="385341"/>
                </a:lnTo>
                <a:cubicBezTo>
                  <a:pt x="225475" y="400844"/>
                  <a:pt x="250651" y="400844"/>
                  <a:pt x="266154" y="385341"/>
                </a:cubicBezTo>
                <a:lnTo>
                  <a:pt x="396875" y="254620"/>
                </a:lnTo>
                <a:lnTo>
                  <a:pt x="578817" y="436563"/>
                </a:lnTo>
                <a:lnTo>
                  <a:pt x="476250" y="436563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70000" y="1193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dependencia del </a:t>
            </a:r>
            <a:r>
              <a:rPr lang="en-US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Atmósfera y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Narrativa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270000" y="2921000"/>
            <a:ext cx="10541000" cy="6350000"/>
          </a:xfrm>
          <a:prstGeom prst="rect">
            <a:avLst/>
          </a:prstGeom>
          <a:gradFill flip="none" rotWithShape="1">
            <a:gsLst>
              <a:gs pos="0">
                <a:srgbClr val="475569"/>
              </a:gs>
              <a:gs pos="100000">
                <a:srgbClr val="1E293B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778000" y="3302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PALETAS DESATURADAS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4064000"/>
            <a:ext cx="9525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Tristeza, decadencia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Mundos post-apocalípticos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Pérdida, nostalgia, melancolía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6096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Melancolía · Decadencia · Silencio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573000" y="2921000"/>
            <a:ext cx="10541000" cy="6350000"/>
          </a:xfrm>
          <a:prstGeom prst="rect">
            <a:avLst/>
          </a:prstGeom>
          <a:gradFill flip="none" rotWithShape="1">
            <a:gsLst>
              <a:gs pos="0">
                <a:srgbClr val="38BDF8">
                  <a:alpha val="19000"/>
                </a:srgbClr>
              </a:gs>
              <a:gs pos="50000">
                <a:srgbClr val="22C55E">
                  <a:alpha val="13000"/>
                </a:srgbClr>
              </a:gs>
              <a:gs pos="100000">
                <a:srgbClr val="F59E0B">
                  <a:alpha val="9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3081000" y="3302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COLORES VIBRANTES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81000" y="4064000"/>
            <a:ext cx="9525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Energía, fantasía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Mundos llenos de vida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Aventura, esperanza, alegría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081000" y="6096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Energía · Fantasía · Vida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938000" y="3175000"/>
            <a:ext cx="25400" cy="5842000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270000" y="9906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color </a:t>
            </a:r>
            <a:r>
              <a:rPr lang="en-US" sz="30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 el tono del mundo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 al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Jugador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270000" y="3048000"/>
            <a:ext cx="6604000" cy="3556000"/>
          </a:xfrm>
          <a:prstGeom prst="rect">
            <a:avLst/>
          </a:prstGeom>
          <a:solidFill>
            <a:srgbClr val="1E293B"/>
          </a:solidFill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778000" y="3556000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231105" y="55563"/>
                </a:moveTo>
                <a:cubicBezTo>
                  <a:pt x="261144" y="55563"/>
                  <a:pt x="290488" y="61466"/>
                  <a:pt x="317748" y="72405"/>
                </a:cubicBezTo>
                <a:lnTo>
                  <a:pt x="412899" y="220340"/>
                </a:lnTo>
                <a:lnTo>
                  <a:pt x="281980" y="351259"/>
                </a:lnTo>
                <a:cubicBezTo>
                  <a:pt x="279375" y="353864"/>
                  <a:pt x="277813" y="357510"/>
                  <a:pt x="277986" y="361330"/>
                </a:cubicBezTo>
                <a:cubicBezTo>
                  <a:pt x="278160" y="365150"/>
                  <a:pt x="279722" y="368622"/>
                  <a:pt x="282501" y="371227"/>
                </a:cubicBezTo>
                <a:lnTo>
                  <a:pt x="476969" y="551805"/>
                </a:lnTo>
                <a:cubicBezTo>
                  <a:pt x="482005" y="556493"/>
                  <a:pt x="489818" y="556840"/>
                  <a:pt x="495201" y="552326"/>
                </a:cubicBezTo>
                <a:cubicBezTo>
                  <a:pt x="500583" y="547812"/>
                  <a:pt x="501799" y="540172"/>
                  <a:pt x="498153" y="534268"/>
                </a:cubicBezTo>
                <a:lnTo>
                  <a:pt x="393278" y="363934"/>
                </a:lnTo>
                <a:lnTo>
                  <a:pt x="550763" y="232668"/>
                </a:lnTo>
                <a:cubicBezTo>
                  <a:pt x="555278" y="229022"/>
                  <a:pt x="556840" y="222771"/>
                  <a:pt x="554930" y="217388"/>
                </a:cubicBezTo>
                <a:lnTo>
                  <a:pt x="514648" y="105221"/>
                </a:lnTo>
                <a:cubicBezTo>
                  <a:pt x="554930" y="73447"/>
                  <a:pt x="605284" y="55563"/>
                  <a:pt x="657895" y="55563"/>
                </a:cubicBezTo>
                <a:cubicBezTo>
                  <a:pt x="785515" y="55563"/>
                  <a:pt x="889000" y="159048"/>
                  <a:pt x="889000" y="286668"/>
                </a:cubicBezTo>
                <a:lnTo>
                  <a:pt x="889000" y="291182"/>
                </a:lnTo>
                <a:cubicBezTo>
                  <a:pt x="889000" y="485998"/>
                  <a:pt x="646088" y="712242"/>
                  <a:pt x="519336" y="808955"/>
                </a:cubicBezTo>
                <a:cubicBezTo>
                  <a:pt x="497805" y="825277"/>
                  <a:pt x="471413" y="833438"/>
                  <a:pt x="444500" y="833438"/>
                </a:cubicBezTo>
                <a:cubicBezTo>
                  <a:pt x="417587" y="833438"/>
                  <a:pt x="391021" y="825450"/>
                  <a:pt x="369664" y="808955"/>
                </a:cubicBezTo>
                <a:cubicBezTo>
                  <a:pt x="242912" y="712242"/>
                  <a:pt x="0" y="485998"/>
                  <a:pt x="0" y="291182"/>
                </a:cubicBezTo>
                <a:lnTo>
                  <a:pt x="0" y="286668"/>
                </a:lnTo>
                <a:cubicBezTo>
                  <a:pt x="0" y="159048"/>
                  <a:pt x="103485" y="55563"/>
                  <a:pt x="231105" y="55563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921000" y="36195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DAÑO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78000" y="4826000"/>
            <a:ext cx="5588000" cy="6350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778000" y="5715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Pantalla roja, vibración, sonido de alerta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3048000"/>
            <a:ext cx="6604000" cy="3556000"/>
          </a:xfrm>
          <a:prstGeom prst="rect">
            <a:avLst/>
          </a:prstGeom>
          <a:solidFill>
            <a:srgbClr val="1E293B"/>
          </a:solidFill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890000" y="3556000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444500" y="187350"/>
                </a:moveTo>
                <a:lnTo>
                  <a:pt x="418455" y="151234"/>
                </a:lnTo>
                <a:cubicBezTo>
                  <a:pt x="375047" y="91157"/>
                  <a:pt x="305420" y="55563"/>
                  <a:pt x="231105" y="55563"/>
                </a:cubicBezTo>
                <a:cubicBezTo>
                  <a:pt x="103485" y="55563"/>
                  <a:pt x="0" y="159048"/>
                  <a:pt x="0" y="286668"/>
                </a:cubicBezTo>
                <a:lnTo>
                  <a:pt x="0" y="291182"/>
                </a:lnTo>
                <a:cubicBezTo>
                  <a:pt x="0" y="332160"/>
                  <a:pt x="10765" y="374526"/>
                  <a:pt x="28823" y="416719"/>
                </a:cubicBezTo>
                <a:lnTo>
                  <a:pt x="212874" y="416719"/>
                </a:lnTo>
                <a:cubicBezTo>
                  <a:pt x="218430" y="416719"/>
                  <a:pt x="223465" y="413420"/>
                  <a:pt x="225723" y="408211"/>
                </a:cubicBezTo>
                <a:lnTo>
                  <a:pt x="280938" y="275729"/>
                </a:lnTo>
                <a:cubicBezTo>
                  <a:pt x="287362" y="260449"/>
                  <a:pt x="302295" y="250379"/>
                  <a:pt x="318790" y="250031"/>
                </a:cubicBezTo>
                <a:cubicBezTo>
                  <a:pt x="335285" y="249684"/>
                  <a:pt x="350565" y="259407"/>
                  <a:pt x="357336" y="274513"/>
                </a:cubicBezTo>
                <a:lnTo>
                  <a:pt x="446410" y="472281"/>
                </a:lnTo>
                <a:lnTo>
                  <a:pt x="518294" y="328513"/>
                </a:lnTo>
                <a:cubicBezTo>
                  <a:pt x="525413" y="314449"/>
                  <a:pt x="539824" y="305420"/>
                  <a:pt x="555625" y="305420"/>
                </a:cubicBezTo>
                <a:cubicBezTo>
                  <a:pt x="571426" y="305420"/>
                  <a:pt x="585837" y="314275"/>
                  <a:pt x="592956" y="328513"/>
                </a:cubicBezTo>
                <a:lnTo>
                  <a:pt x="633239" y="408905"/>
                </a:lnTo>
                <a:cubicBezTo>
                  <a:pt x="635670" y="413593"/>
                  <a:pt x="640358" y="416545"/>
                  <a:pt x="645740" y="416545"/>
                </a:cubicBezTo>
                <a:lnTo>
                  <a:pt x="860351" y="416545"/>
                </a:lnTo>
                <a:cubicBezTo>
                  <a:pt x="878582" y="374352"/>
                  <a:pt x="889174" y="331986"/>
                  <a:pt x="889174" y="291009"/>
                </a:cubicBezTo>
                <a:lnTo>
                  <a:pt x="889174" y="286494"/>
                </a:lnTo>
                <a:cubicBezTo>
                  <a:pt x="889000" y="159048"/>
                  <a:pt x="785515" y="55563"/>
                  <a:pt x="657895" y="55563"/>
                </a:cubicBezTo>
                <a:cubicBezTo>
                  <a:pt x="583754" y="55563"/>
                  <a:pt x="513953" y="91157"/>
                  <a:pt x="470545" y="151234"/>
                </a:cubicBezTo>
                <a:lnTo>
                  <a:pt x="444500" y="187176"/>
                </a:lnTo>
                <a:close/>
                <a:moveTo>
                  <a:pt x="815380" y="500063"/>
                </a:moveTo>
                <a:lnTo>
                  <a:pt x="645567" y="500063"/>
                </a:lnTo>
                <a:cubicBezTo>
                  <a:pt x="608757" y="500063"/>
                  <a:pt x="575072" y="479227"/>
                  <a:pt x="558577" y="446236"/>
                </a:cubicBezTo>
                <a:lnTo>
                  <a:pt x="555625" y="440333"/>
                </a:lnTo>
                <a:lnTo>
                  <a:pt x="481831" y="588094"/>
                </a:lnTo>
                <a:cubicBezTo>
                  <a:pt x="474712" y="602506"/>
                  <a:pt x="459780" y="611535"/>
                  <a:pt x="443632" y="611188"/>
                </a:cubicBezTo>
                <a:cubicBezTo>
                  <a:pt x="427484" y="610840"/>
                  <a:pt x="413072" y="601290"/>
                  <a:pt x="406474" y="586705"/>
                </a:cubicBezTo>
                <a:lnTo>
                  <a:pt x="320873" y="396577"/>
                </a:lnTo>
                <a:lnTo>
                  <a:pt x="302642" y="440333"/>
                </a:lnTo>
                <a:cubicBezTo>
                  <a:pt x="287536" y="476622"/>
                  <a:pt x="252115" y="500236"/>
                  <a:pt x="212874" y="500236"/>
                </a:cubicBezTo>
                <a:lnTo>
                  <a:pt x="73620" y="500236"/>
                </a:lnTo>
                <a:cubicBezTo>
                  <a:pt x="155575" y="628377"/>
                  <a:pt x="287189" y="746274"/>
                  <a:pt x="369491" y="809129"/>
                </a:cubicBezTo>
                <a:cubicBezTo>
                  <a:pt x="391021" y="825450"/>
                  <a:pt x="417413" y="833611"/>
                  <a:pt x="444326" y="833611"/>
                </a:cubicBezTo>
                <a:cubicBezTo>
                  <a:pt x="471239" y="833611"/>
                  <a:pt x="497805" y="825624"/>
                  <a:pt x="519162" y="809129"/>
                </a:cubicBezTo>
                <a:cubicBezTo>
                  <a:pt x="601811" y="746100"/>
                  <a:pt x="733425" y="628204"/>
                  <a:pt x="815380" y="500063"/>
                </a:cubicBez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0033000" y="36195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CURACIÓN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90000" y="4826000"/>
            <a:ext cx="5588000" cy="6350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890000" y="5715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Brillo verde, partículas, sonido positivo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494000" y="3048000"/>
            <a:ext cx="6604000" cy="3556000"/>
          </a:xfrm>
          <a:prstGeom prst="rect">
            <a:avLst/>
          </a:prstGeom>
          <a:solidFill>
            <a:srgbClr val="1E293B"/>
          </a:solidFill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6002000" y="3556000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444500" y="0"/>
                </a:moveTo>
                <a:cubicBezTo>
                  <a:pt x="452487" y="0"/>
                  <a:pt x="460474" y="1736"/>
                  <a:pt x="467767" y="5035"/>
                </a:cubicBezTo>
                <a:lnTo>
                  <a:pt x="794891" y="143768"/>
                </a:lnTo>
                <a:cubicBezTo>
                  <a:pt x="833090" y="159916"/>
                  <a:pt x="861566" y="197594"/>
                  <a:pt x="861392" y="243086"/>
                </a:cubicBezTo>
                <a:cubicBezTo>
                  <a:pt x="860524" y="415330"/>
                  <a:pt x="789682" y="730473"/>
                  <a:pt x="490513" y="873720"/>
                </a:cubicBezTo>
                <a:cubicBezTo>
                  <a:pt x="461516" y="887611"/>
                  <a:pt x="427831" y="887611"/>
                  <a:pt x="398835" y="873720"/>
                </a:cubicBezTo>
                <a:cubicBezTo>
                  <a:pt x="99492" y="730473"/>
                  <a:pt x="28823" y="415330"/>
                  <a:pt x="27955" y="243086"/>
                </a:cubicBezTo>
                <a:cubicBezTo>
                  <a:pt x="27781" y="197594"/>
                  <a:pt x="56257" y="159916"/>
                  <a:pt x="94456" y="143768"/>
                </a:cubicBezTo>
                <a:lnTo>
                  <a:pt x="421407" y="5035"/>
                </a:lnTo>
                <a:cubicBezTo>
                  <a:pt x="428699" y="1736"/>
                  <a:pt x="436513" y="0"/>
                  <a:pt x="44450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7145000" y="36195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INVULNERABLE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002000" y="4826000"/>
            <a:ext cx="5588000" cy="635000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6002000" y="5715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Parpadeo azul/blanco, efecto de protección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" y="7366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Respuesta </a:t>
            </a:r>
            <a:r>
              <a:rPr lang="en-US" sz="3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inmediata</a:t>
            </a: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sin necesidad de texto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8890000"/>
            <a:ext cx="20320000" cy="1016000"/>
          </a:xfrm>
          <a:prstGeom prst="rect">
            <a:avLst/>
          </a:prstGeom>
          <a:gradFill flip="none" rotWithShape="1">
            <a:gsLst>
              <a:gs pos="0">
                <a:srgbClr val="EF4444"/>
              </a:gs>
              <a:gs pos="50000">
                <a:srgbClr val="22C55E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270000" y="10033000"/>
            <a:ext cx="203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cerebro procesa el color más rápido que el texto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Psicología del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70000" y="266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Influye en </a:t>
            </a: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emociones y decisiones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3810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Asociaciones comunes: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4826000"/>
            <a:ext cx="5080000" cy="2540000"/>
          </a:xfrm>
          <a:prstGeom prst="rect">
            <a:avLst/>
          </a:prstGeom>
          <a:solidFill>
            <a:srgbClr val="1E293B"/>
          </a:solidFill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778000" y="5207000"/>
            <a:ext cx="762000" cy="762000"/>
          </a:xfrm>
          <a:prstGeom prst="ellipse">
            <a:avLst/>
          </a:prstGeom>
          <a:solidFill>
            <a:srgbClr val="EF4444"/>
          </a:solidFill>
          <a:ln/>
          <a:effectLst>
            <a:outerShdw blurRad="254000" dist="50800" dir="2700000" algn="bl" rotWithShape="0">
              <a:srgbClr val="EF4444">
                <a:alpha val="25098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94000" y="5270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Rojo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6223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Peligro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4826000"/>
            <a:ext cx="5080000" cy="2540000"/>
          </a:xfrm>
          <a:prstGeom prst="rect">
            <a:avLst/>
          </a:prstGeom>
          <a:solidFill>
            <a:srgbClr val="1E293B"/>
          </a:solidFill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366000" y="5207000"/>
            <a:ext cx="762000" cy="762000"/>
          </a:xfrm>
          <a:prstGeom prst="ellipse">
            <a:avLst/>
          </a:prstGeom>
          <a:solidFill>
            <a:srgbClr val="38BDF8"/>
          </a:solidFill>
          <a:ln/>
          <a:effectLst>
            <a:outerShdw blurRad="254000" dist="50800" dir="2700000" algn="bl" rotWithShape="0">
              <a:srgbClr val="38BDF8">
                <a:alpha val="25098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382000" y="5270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6000" y="6223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Calma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446000" y="4826000"/>
            <a:ext cx="5080000" cy="2540000"/>
          </a:xfrm>
          <a:prstGeom prst="rect">
            <a:avLst/>
          </a:prstGeom>
          <a:solidFill>
            <a:srgbClr val="1E293B"/>
          </a:solidFill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2954000" y="5207000"/>
            <a:ext cx="762000" cy="762000"/>
          </a:xfrm>
          <a:prstGeom prst="ellipse">
            <a:avLst/>
          </a:prstGeom>
          <a:solidFill>
            <a:srgbClr val="22C55E"/>
          </a:solidFill>
          <a:ln/>
          <a:effectLst>
            <a:outerShdw blurRad="254000" dist="50800" dir="2700000" algn="bl" rotWithShape="0">
              <a:srgbClr val="22C55E">
                <a:alpha val="25098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3970000" y="5270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54000" y="6223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Seguridad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034000" y="4826000"/>
            <a:ext cx="5080000" cy="2540000"/>
          </a:xfrm>
          <a:prstGeom prst="rect">
            <a:avLst/>
          </a:prstGeom>
          <a:solidFill>
            <a:srgbClr val="1E293B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18542000" y="5207000"/>
            <a:ext cx="762000" cy="762000"/>
          </a:xfrm>
          <a:prstGeom prst="ellipse">
            <a:avLst/>
          </a:prstGeom>
          <a:solidFill>
            <a:srgbClr val="F59E0B"/>
          </a:solidFill>
          <a:ln/>
          <a:effectLst>
            <a:outerShdw blurRad="254000" dist="50800" dir="2700000" algn="bl" rotWithShape="0">
              <a:srgbClr val="F59E0B">
                <a:alpha val="25098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9558000" y="5270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Amarillo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542000" y="6223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Atención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0000" y="8255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Estas asociaciones son universales y se aplican en diseño de videojuegos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Efecto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Fisiológico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270000" y="2921000"/>
            <a:ext cx="10541000" cy="4826000"/>
          </a:xfrm>
          <a:prstGeom prst="rect">
            <a:avLst/>
          </a:prstGeom>
          <a:gradFill flip="none" rotWithShape="1">
            <a:gsLst>
              <a:gs pos="0">
                <a:srgbClr val="EF4444">
                  <a:alpha val="13000"/>
                </a:srgbClr>
              </a:gs>
              <a:gs pos="50000">
                <a:srgbClr val="F59E0B">
                  <a:alpha val="8000"/>
                </a:srgbClr>
              </a:gs>
              <a:gs pos="100000">
                <a:srgbClr val="0F172A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825625" y="3429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238869" y="-39291"/>
                </a:moveTo>
                <a:cubicBezTo>
                  <a:pt x="252710" y="-50899"/>
                  <a:pt x="273100" y="-50453"/>
                  <a:pt x="286345" y="-37951"/>
                </a:cubicBezTo>
                <a:cubicBezTo>
                  <a:pt x="304651" y="-20687"/>
                  <a:pt x="321022" y="-1637"/>
                  <a:pt x="336798" y="17711"/>
                </a:cubicBezTo>
                <a:cubicBezTo>
                  <a:pt x="356890" y="42267"/>
                  <a:pt x="381000" y="74712"/>
                  <a:pt x="404217" y="113258"/>
                </a:cubicBezTo>
                <a:cubicBezTo>
                  <a:pt x="411956" y="103138"/>
                  <a:pt x="419100" y="94208"/>
                  <a:pt x="425351" y="86618"/>
                </a:cubicBezTo>
                <a:cubicBezTo>
                  <a:pt x="426988" y="84683"/>
                  <a:pt x="428625" y="82600"/>
                  <a:pt x="430262" y="80516"/>
                </a:cubicBezTo>
                <a:cubicBezTo>
                  <a:pt x="442020" y="65931"/>
                  <a:pt x="456605" y="47625"/>
                  <a:pt x="476101" y="47625"/>
                </a:cubicBezTo>
                <a:cubicBezTo>
                  <a:pt x="496044" y="47625"/>
                  <a:pt x="510034" y="65336"/>
                  <a:pt x="521940" y="80516"/>
                </a:cubicBezTo>
                <a:cubicBezTo>
                  <a:pt x="523875" y="83046"/>
                  <a:pt x="525810" y="85427"/>
                  <a:pt x="527745" y="87660"/>
                </a:cubicBezTo>
                <a:cubicBezTo>
                  <a:pt x="543074" y="106114"/>
                  <a:pt x="563463" y="132755"/>
                  <a:pt x="583853" y="165646"/>
                </a:cubicBezTo>
                <a:cubicBezTo>
                  <a:pt x="624334" y="230981"/>
                  <a:pt x="666601" y="323999"/>
                  <a:pt x="666601" y="428476"/>
                </a:cubicBezTo>
                <a:cubicBezTo>
                  <a:pt x="666601" y="612577"/>
                  <a:pt x="517327" y="761851"/>
                  <a:pt x="333226" y="761851"/>
                </a:cubicBezTo>
                <a:cubicBezTo>
                  <a:pt x="149126" y="761851"/>
                  <a:pt x="0" y="612725"/>
                  <a:pt x="0" y="428625"/>
                </a:cubicBezTo>
                <a:cubicBezTo>
                  <a:pt x="0" y="293043"/>
                  <a:pt x="61168" y="175617"/>
                  <a:pt x="119807" y="93762"/>
                </a:cubicBezTo>
                <a:cubicBezTo>
                  <a:pt x="149423" y="52536"/>
                  <a:pt x="178891" y="19496"/>
                  <a:pt x="201067" y="-3125"/>
                </a:cubicBezTo>
                <a:cubicBezTo>
                  <a:pt x="213271" y="-15627"/>
                  <a:pt x="225623" y="-27980"/>
                  <a:pt x="239018" y="-39142"/>
                </a:cubicBezTo>
                <a:close/>
                <a:moveTo>
                  <a:pt x="335905" y="619125"/>
                </a:moveTo>
                <a:cubicBezTo>
                  <a:pt x="373559" y="619125"/>
                  <a:pt x="406896" y="608707"/>
                  <a:pt x="438299" y="587871"/>
                </a:cubicBezTo>
                <a:cubicBezTo>
                  <a:pt x="500955" y="544116"/>
                  <a:pt x="517773" y="456605"/>
                  <a:pt x="480120" y="387846"/>
                </a:cubicBezTo>
                <a:cubicBezTo>
                  <a:pt x="473422" y="374452"/>
                  <a:pt x="456307" y="373559"/>
                  <a:pt x="446633" y="384870"/>
                </a:cubicBezTo>
                <a:lnTo>
                  <a:pt x="409129" y="428476"/>
                </a:lnTo>
                <a:cubicBezTo>
                  <a:pt x="399306" y="439787"/>
                  <a:pt x="381595" y="439489"/>
                  <a:pt x="372368" y="427732"/>
                </a:cubicBezTo>
                <a:cubicBezTo>
                  <a:pt x="346621" y="394841"/>
                  <a:pt x="299293" y="334863"/>
                  <a:pt x="275183" y="304205"/>
                </a:cubicBezTo>
                <a:cubicBezTo>
                  <a:pt x="267146" y="293936"/>
                  <a:pt x="252561" y="292298"/>
                  <a:pt x="243185" y="301377"/>
                </a:cubicBezTo>
                <a:cubicBezTo>
                  <a:pt x="215950" y="327868"/>
                  <a:pt x="166539" y="385911"/>
                  <a:pt x="166539" y="456605"/>
                </a:cubicBezTo>
                <a:cubicBezTo>
                  <a:pt x="166539" y="558701"/>
                  <a:pt x="241846" y="619125"/>
                  <a:pt x="335756" y="619125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94000" y="3429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COLORES CÁLIDOS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4445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Activación, intensidad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5334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en diseño: zonas de combate, arenas, momentos de tensión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78000" y="6731000"/>
            <a:ext cx="8890000" cy="254000"/>
          </a:xfrm>
          <a:prstGeom prst="rect">
            <a:avLst/>
          </a:prstGeom>
          <a:gradFill flip="none" rotWithShape="1">
            <a:gsLst>
              <a:gs pos="0">
                <a:srgbClr val="EF4444"/>
              </a:gs>
              <a:gs pos="50000">
                <a:srgbClr val="F59E0B"/>
              </a:gs>
              <a:gs pos="100000">
                <a:srgbClr val="F59E0B">
                  <a:alpha val="2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2573000" y="2921000"/>
            <a:ext cx="10541000" cy="4826000"/>
          </a:xfrm>
          <a:prstGeom prst="rect">
            <a:avLst/>
          </a:prstGeom>
          <a:gradFill flip="none" rotWithShape="1">
            <a:gsLst>
              <a:gs pos="0">
                <a:srgbClr val="38BDF8">
                  <a:alpha val="13000"/>
                </a:srgbClr>
              </a:gs>
              <a:gs pos="50000">
                <a:srgbClr val="22C55E">
                  <a:alpha val="8000"/>
                </a:srgbClr>
              </a:gs>
              <a:gs pos="100000">
                <a:srgbClr val="0F172A"/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3081000" y="3429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28923" y="0"/>
                </a:moveTo>
                <a:cubicBezTo>
                  <a:pt x="428923" y="-26343"/>
                  <a:pt x="407640" y="-47625"/>
                  <a:pt x="381298" y="-47625"/>
                </a:cubicBezTo>
                <a:cubicBezTo>
                  <a:pt x="354955" y="-47625"/>
                  <a:pt x="333673" y="-26343"/>
                  <a:pt x="333673" y="0"/>
                </a:cubicBezTo>
                <a:lnTo>
                  <a:pt x="333673" y="92422"/>
                </a:lnTo>
                <a:lnTo>
                  <a:pt x="311348" y="70098"/>
                </a:lnTo>
                <a:cubicBezTo>
                  <a:pt x="297359" y="56108"/>
                  <a:pt x="274737" y="56108"/>
                  <a:pt x="260896" y="70098"/>
                </a:cubicBezTo>
                <a:cubicBezTo>
                  <a:pt x="247055" y="84088"/>
                  <a:pt x="246906" y="106710"/>
                  <a:pt x="260896" y="120551"/>
                </a:cubicBezTo>
                <a:lnTo>
                  <a:pt x="333821" y="193477"/>
                </a:lnTo>
                <a:lnTo>
                  <a:pt x="333821" y="298549"/>
                </a:lnTo>
                <a:lnTo>
                  <a:pt x="242739" y="246013"/>
                </a:lnTo>
                <a:lnTo>
                  <a:pt x="216098" y="146447"/>
                </a:lnTo>
                <a:cubicBezTo>
                  <a:pt x="211038" y="127397"/>
                  <a:pt x="191393" y="116086"/>
                  <a:pt x="172343" y="121146"/>
                </a:cubicBezTo>
                <a:cubicBezTo>
                  <a:pt x="153293" y="126206"/>
                  <a:pt x="141833" y="145852"/>
                  <a:pt x="146893" y="164902"/>
                </a:cubicBezTo>
                <a:lnTo>
                  <a:pt x="155079" y="195411"/>
                </a:lnTo>
                <a:lnTo>
                  <a:pt x="75158" y="149275"/>
                </a:lnTo>
                <a:cubicBezTo>
                  <a:pt x="52388" y="136178"/>
                  <a:pt x="23217" y="143917"/>
                  <a:pt x="10120" y="166688"/>
                </a:cubicBezTo>
                <a:cubicBezTo>
                  <a:pt x="-2977" y="189458"/>
                  <a:pt x="4763" y="218629"/>
                  <a:pt x="27533" y="231725"/>
                </a:cubicBezTo>
                <a:lnTo>
                  <a:pt x="107454" y="277862"/>
                </a:lnTo>
                <a:lnTo>
                  <a:pt x="76944" y="286048"/>
                </a:lnTo>
                <a:cubicBezTo>
                  <a:pt x="57894" y="291108"/>
                  <a:pt x="46583" y="310753"/>
                  <a:pt x="51643" y="329803"/>
                </a:cubicBezTo>
                <a:cubicBezTo>
                  <a:pt x="56704" y="348853"/>
                  <a:pt x="76349" y="360164"/>
                  <a:pt x="95399" y="355104"/>
                </a:cubicBezTo>
                <a:lnTo>
                  <a:pt x="194965" y="328464"/>
                </a:lnTo>
                <a:lnTo>
                  <a:pt x="286048" y="381000"/>
                </a:lnTo>
                <a:lnTo>
                  <a:pt x="194965" y="433536"/>
                </a:lnTo>
                <a:lnTo>
                  <a:pt x="95399" y="406896"/>
                </a:lnTo>
                <a:cubicBezTo>
                  <a:pt x="76349" y="401836"/>
                  <a:pt x="56704" y="413147"/>
                  <a:pt x="51643" y="432197"/>
                </a:cubicBezTo>
                <a:cubicBezTo>
                  <a:pt x="46583" y="451247"/>
                  <a:pt x="57894" y="470892"/>
                  <a:pt x="76944" y="475952"/>
                </a:cubicBezTo>
                <a:lnTo>
                  <a:pt x="107454" y="484138"/>
                </a:lnTo>
                <a:lnTo>
                  <a:pt x="27533" y="530275"/>
                </a:lnTo>
                <a:cubicBezTo>
                  <a:pt x="4763" y="543371"/>
                  <a:pt x="-2977" y="572542"/>
                  <a:pt x="10120" y="595313"/>
                </a:cubicBezTo>
                <a:cubicBezTo>
                  <a:pt x="23217" y="618083"/>
                  <a:pt x="52387" y="625971"/>
                  <a:pt x="75158" y="612725"/>
                </a:cubicBezTo>
                <a:lnTo>
                  <a:pt x="155079" y="566589"/>
                </a:lnTo>
                <a:lnTo>
                  <a:pt x="146893" y="597098"/>
                </a:lnTo>
                <a:cubicBezTo>
                  <a:pt x="141833" y="616148"/>
                  <a:pt x="153144" y="635794"/>
                  <a:pt x="172194" y="640854"/>
                </a:cubicBezTo>
                <a:cubicBezTo>
                  <a:pt x="191244" y="645914"/>
                  <a:pt x="210889" y="634603"/>
                  <a:pt x="215950" y="615553"/>
                </a:cubicBezTo>
                <a:lnTo>
                  <a:pt x="242590" y="515987"/>
                </a:lnTo>
                <a:lnTo>
                  <a:pt x="333673" y="463451"/>
                </a:lnTo>
                <a:lnTo>
                  <a:pt x="333673" y="568523"/>
                </a:lnTo>
                <a:lnTo>
                  <a:pt x="260747" y="641449"/>
                </a:lnTo>
                <a:cubicBezTo>
                  <a:pt x="246757" y="655439"/>
                  <a:pt x="246757" y="678061"/>
                  <a:pt x="260747" y="691902"/>
                </a:cubicBezTo>
                <a:cubicBezTo>
                  <a:pt x="274737" y="705743"/>
                  <a:pt x="297359" y="705892"/>
                  <a:pt x="311200" y="691902"/>
                </a:cubicBezTo>
                <a:lnTo>
                  <a:pt x="333524" y="669578"/>
                </a:lnTo>
                <a:lnTo>
                  <a:pt x="333524" y="762000"/>
                </a:lnTo>
                <a:cubicBezTo>
                  <a:pt x="333524" y="788343"/>
                  <a:pt x="354806" y="809625"/>
                  <a:pt x="381149" y="809625"/>
                </a:cubicBezTo>
                <a:cubicBezTo>
                  <a:pt x="407491" y="809625"/>
                  <a:pt x="428774" y="788343"/>
                  <a:pt x="428774" y="762000"/>
                </a:cubicBezTo>
                <a:lnTo>
                  <a:pt x="428774" y="669578"/>
                </a:lnTo>
                <a:lnTo>
                  <a:pt x="451098" y="691902"/>
                </a:lnTo>
                <a:cubicBezTo>
                  <a:pt x="465088" y="705892"/>
                  <a:pt x="487710" y="705892"/>
                  <a:pt x="501551" y="691902"/>
                </a:cubicBezTo>
                <a:cubicBezTo>
                  <a:pt x="515392" y="677912"/>
                  <a:pt x="515541" y="655290"/>
                  <a:pt x="501551" y="641449"/>
                </a:cubicBezTo>
                <a:lnTo>
                  <a:pt x="428625" y="568523"/>
                </a:lnTo>
                <a:lnTo>
                  <a:pt x="428625" y="463451"/>
                </a:lnTo>
                <a:lnTo>
                  <a:pt x="519708" y="515987"/>
                </a:lnTo>
                <a:lnTo>
                  <a:pt x="546348" y="615553"/>
                </a:lnTo>
                <a:cubicBezTo>
                  <a:pt x="551408" y="634603"/>
                  <a:pt x="571054" y="645914"/>
                  <a:pt x="590104" y="640854"/>
                </a:cubicBezTo>
                <a:cubicBezTo>
                  <a:pt x="609154" y="635794"/>
                  <a:pt x="620464" y="616148"/>
                  <a:pt x="615404" y="597098"/>
                </a:cubicBezTo>
                <a:lnTo>
                  <a:pt x="607219" y="566589"/>
                </a:lnTo>
                <a:lnTo>
                  <a:pt x="687139" y="612725"/>
                </a:lnTo>
                <a:cubicBezTo>
                  <a:pt x="709910" y="625822"/>
                  <a:pt x="739080" y="618083"/>
                  <a:pt x="752177" y="595312"/>
                </a:cubicBezTo>
                <a:cubicBezTo>
                  <a:pt x="765274" y="572542"/>
                  <a:pt x="757535" y="543371"/>
                  <a:pt x="734764" y="530275"/>
                </a:cubicBezTo>
                <a:lnTo>
                  <a:pt x="654844" y="484138"/>
                </a:lnTo>
                <a:lnTo>
                  <a:pt x="685354" y="475952"/>
                </a:lnTo>
                <a:cubicBezTo>
                  <a:pt x="704404" y="470892"/>
                  <a:pt x="715714" y="451247"/>
                  <a:pt x="710654" y="432197"/>
                </a:cubicBezTo>
                <a:cubicBezTo>
                  <a:pt x="705594" y="413147"/>
                  <a:pt x="685949" y="401836"/>
                  <a:pt x="666899" y="406896"/>
                </a:cubicBezTo>
                <a:lnTo>
                  <a:pt x="567333" y="433536"/>
                </a:lnTo>
                <a:lnTo>
                  <a:pt x="476250" y="381000"/>
                </a:lnTo>
                <a:lnTo>
                  <a:pt x="567333" y="328464"/>
                </a:lnTo>
                <a:lnTo>
                  <a:pt x="666899" y="355104"/>
                </a:lnTo>
                <a:cubicBezTo>
                  <a:pt x="685949" y="360164"/>
                  <a:pt x="705594" y="348853"/>
                  <a:pt x="710654" y="329803"/>
                </a:cubicBezTo>
                <a:cubicBezTo>
                  <a:pt x="715714" y="310753"/>
                  <a:pt x="704404" y="291108"/>
                  <a:pt x="685354" y="286048"/>
                </a:cubicBezTo>
                <a:lnTo>
                  <a:pt x="654844" y="277862"/>
                </a:lnTo>
                <a:lnTo>
                  <a:pt x="734764" y="231725"/>
                </a:lnTo>
                <a:cubicBezTo>
                  <a:pt x="757535" y="218629"/>
                  <a:pt x="765423" y="189458"/>
                  <a:pt x="752177" y="166687"/>
                </a:cubicBezTo>
                <a:cubicBezTo>
                  <a:pt x="738932" y="143917"/>
                  <a:pt x="709910" y="136178"/>
                  <a:pt x="687139" y="149275"/>
                </a:cubicBezTo>
                <a:lnTo>
                  <a:pt x="607219" y="195411"/>
                </a:lnTo>
                <a:lnTo>
                  <a:pt x="615404" y="164902"/>
                </a:lnTo>
                <a:cubicBezTo>
                  <a:pt x="620464" y="145852"/>
                  <a:pt x="609154" y="126206"/>
                  <a:pt x="590104" y="121146"/>
                </a:cubicBezTo>
                <a:cubicBezTo>
                  <a:pt x="571054" y="116086"/>
                  <a:pt x="551408" y="127397"/>
                  <a:pt x="546348" y="146447"/>
                </a:cubicBezTo>
                <a:lnTo>
                  <a:pt x="519708" y="246013"/>
                </a:lnTo>
                <a:lnTo>
                  <a:pt x="428625" y="298549"/>
                </a:lnTo>
                <a:lnTo>
                  <a:pt x="428625" y="193477"/>
                </a:lnTo>
                <a:lnTo>
                  <a:pt x="501551" y="120551"/>
                </a:lnTo>
                <a:cubicBezTo>
                  <a:pt x="515541" y="106561"/>
                  <a:pt x="515541" y="83939"/>
                  <a:pt x="501551" y="70098"/>
                </a:cubicBezTo>
                <a:cubicBezTo>
                  <a:pt x="487561" y="56257"/>
                  <a:pt x="464939" y="56108"/>
                  <a:pt x="451098" y="70098"/>
                </a:cubicBezTo>
                <a:lnTo>
                  <a:pt x="428774" y="92422"/>
                </a:lnTo>
                <a:lnTo>
                  <a:pt x="428774" y="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4097000" y="3429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COLORES FRÍOS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081000" y="4445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Calma, concentración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081000" y="5334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en diseño: zonas de exploración, puzzles, momentos de calma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081000" y="6731000"/>
            <a:ext cx="8890000" cy="254000"/>
          </a:xfrm>
          <a:prstGeom prst="rect">
            <a:avLst/>
          </a:prstGeom>
          <a:gradFill flip="none" rotWithShape="1">
            <a:gsLst>
              <a:gs pos="0">
                <a:srgbClr val="38BDF8"/>
              </a:gs>
              <a:gs pos="50000">
                <a:srgbClr val="22C55E"/>
              </a:gs>
              <a:gs pos="100000">
                <a:srgbClr val="22C55E">
                  <a:alpha val="2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270000" y="863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en diseño de niveles: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0000" y="9652000"/>
            <a:ext cx="5080000" cy="8890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270000" y="9652000"/>
            <a:ext cx="50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31000" y="9652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9652000"/>
            <a:ext cx="5080000" cy="889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382000" y="9652000"/>
            <a:ext cx="50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Aprendizaje del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Jugador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70000" y="2794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jugador </a:t>
            </a:r>
            <a:r>
              <a:rPr lang="en-US" sz="3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aprende patrones de color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4572000"/>
            <a:ext cx="3810000" cy="12700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270000" y="4572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ROJO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Peligro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0" y="5080000"/>
            <a:ext cx="1905000" cy="0"/>
          </a:xfrm>
          <a:prstGeom prst="straightConnector1">
            <a:avLst/>
          </a:prstGeom>
          <a:noFill/>
          <a:ln w="38100">
            <a:solidFill>
              <a:srgbClr val="F8FAF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985000" y="4572000"/>
            <a:ext cx="3810000" cy="12700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985000" y="4572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Cura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95000" y="5080000"/>
            <a:ext cx="1905000" cy="0"/>
          </a:xfrm>
          <a:prstGeom prst="straightConnector1">
            <a:avLst/>
          </a:prstGeom>
          <a:noFill/>
          <a:ln w="38100">
            <a:solidFill>
              <a:srgbClr val="F8FAF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2700000" y="4572000"/>
            <a:ext cx="3810000" cy="1270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2700000" y="4572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Aliado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510000" y="5080000"/>
            <a:ext cx="2540000" cy="0"/>
          </a:xfrm>
          <a:prstGeom prst="straightConnector1">
            <a:avLst/>
          </a:prstGeom>
          <a:noFill/>
          <a:ln w="38100">
            <a:solidFill>
              <a:srgbClr val="F59E0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9685000" y="4318000"/>
            <a:ext cx="3175000" cy="15240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9685000" y="4318000"/>
            <a:ext cx="317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REACCIÓN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Rápida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7366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</a:t>
            </a:r>
            <a:r>
              <a:rPr lang="en-US" sz="30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tiempo de reacción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240000" y="7620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297656" y="138906"/>
                </a:moveTo>
                <a:cubicBezTo>
                  <a:pt x="297656" y="62260"/>
                  <a:pt x="359916" y="0"/>
                  <a:pt x="436563" y="0"/>
                </a:cubicBezTo>
                <a:lnTo>
                  <a:pt x="496094" y="0"/>
                </a:lnTo>
                <a:cubicBezTo>
                  <a:pt x="539998" y="0"/>
                  <a:pt x="575469" y="35471"/>
                  <a:pt x="575469" y="79375"/>
                </a:cubicBezTo>
                <a:lnTo>
                  <a:pt x="575469" y="1190625"/>
                </a:lnTo>
                <a:cubicBezTo>
                  <a:pt x="575469" y="1234529"/>
                  <a:pt x="539998" y="1270000"/>
                  <a:pt x="496094" y="1270000"/>
                </a:cubicBezTo>
                <a:lnTo>
                  <a:pt x="416719" y="1270000"/>
                </a:lnTo>
                <a:cubicBezTo>
                  <a:pt x="342801" y="1270000"/>
                  <a:pt x="280541" y="1219398"/>
                  <a:pt x="262930" y="1150938"/>
                </a:cubicBezTo>
                <a:cubicBezTo>
                  <a:pt x="261193" y="1150938"/>
                  <a:pt x="259705" y="1150938"/>
                  <a:pt x="257969" y="1150938"/>
                </a:cubicBezTo>
                <a:cubicBezTo>
                  <a:pt x="148332" y="1150938"/>
                  <a:pt x="59531" y="1062137"/>
                  <a:pt x="59531" y="952500"/>
                </a:cubicBezTo>
                <a:cubicBezTo>
                  <a:pt x="59531" y="907852"/>
                  <a:pt x="74414" y="866676"/>
                  <a:pt x="99219" y="833438"/>
                </a:cubicBezTo>
                <a:cubicBezTo>
                  <a:pt x="51098" y="797223"/>
                  <a:pt x="19844" y="739676"/>
                  <a:pt x="19844" y="674688"/>
                </a:cubicBezTo>
                <a:cubicBezTo>
                  <a:pt x="19844" y="598041"/>
                  <a:pt x="63500" y="531316"/>
                  <a:pt x="127000" y="498326"/>
                </a:cubicBezTo>
                <a:cubicBezTo>
                  <a:pt x="109389" y="468561"/>
                  <a:pt x="99219" y="433834"/>
                  <a:pt x="99219" y="396875"/>
                </a:cubicBezTo>
                <a:cubicBezTo>
                  <a:pt x="99219" y="287238"/>
                  <a:pt x="188020" y="198438"/>
                  <a:pt x="297656" y="198438"/>
                </a:cubicBezTo>
                <a:lnTo>
                  <a:pt x="297656" y="138906"/>
                </a:lnTo>
                <a:close/>
                <a:moveTo>
                  <a:pt x="972344" y="138906"/>
                </a:moveTo>
                <a:lnTo>
                  <a:pt x="972344" y="198438"/>
                </a:lnTo>
                <a:cubicBezTo>
                  <a:pt x="1081980" y="198438"/>
                  <a:pt x="1170781" y="287238"/>
                  <a:pt x="1170781" y="396875"/>
                </a:cubicBezTo>
                <a:cubicBezTo>
                  <a:pt x="1170781" y="434082"/>
                  <a:pt x="1160611" y="468809"/>
                  <a:pt x="1143000" y="498326"/>
                </a:cubicBezTo>
                <a:cubicBezTo>
                  <a:pt x="1206748" y="531316"/>
                  <a:pt x="1250156" y="597793"/>
                  <a:pt x="1250156" y="674688"/>
                </a:cubicBezTo>
                <a:cubicBezTo>
                  <a:pt x="1250156" y="739676"/>
                  <a:pt x="1218902" y="797223"/>
                  <a:pt x="1170781" y="833438"/>
                </a:cubicBezTo>
                <a:cubicBezTo>
                  <a:pt x="1195586" y="866676"/>
                  <a:pt x="1210469" y="907852"/>
                  <a:pt x="1210469" y="952500"/>
                </a:cubicBezTo>
                <a:cubicBezTo>
                  <a:pt x="1210469" y="1062137"/>
                  <a:pt x="1121668" y="1150938"/>
                  <a:pt x="1012031" y="1150938"/>
                </a:cubicBezTo>
                <a:cubicBezTo>
                  <a:pt x="1010295" y="1150938"/>
                  <a:pt x="1008807" y="1150938"/>
                  <a:pt x="1007070" y="1150938"/>
                </a:cubicBezTo>
                <a:cubicBezTo>
                  <a:pt x="989459" y="1219398"/>
                  <a:pt x="927199" y="1270000"/>
                  <a:pt x="853281" y="1270000"/>
                </a:cubicBezTo>
                <a:lnTo>
                  <a:pt x="773906" y="1270000"/>
                </a:lnTo>
                <a:cubicBezTo>
                  <a:pt x="730002" y="1270000"/>
                  <a:pt x="694531" y="1234529"/>
                  <a:pt x="694531" y="1190625"/>
                </a:cubicBezTo>
                <a:lnTo>
                  <a:pt x="694531" y="79375"/>
                </a:lnTo>
                <a:cubicBezTo>
                  <a:pt x="694531" y="35471"/>
                  <a:pt x="730002" y="0"/>
                  <a:pt x="773906" y="0"/>
                </a:cubicBezTo>
                <a:lnTo>
                  <a:pt x="833438" y="0"/>
                </a:lnTo>
                <a:cubicBezTo>
                  <a:pt x="910084" y="0"/>
                  <a:pt x="972344" y="62260"/>
                  <a:pt x="972344" y="138906"/>
                </a:cubicBezTo>
                <a:close/>
              </a:path>
            </a:pathLst>
          </a:custGeom>
          <a:solidFill>
            <a:srgbClr val="38BDF8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270000" y="8890000"/>
            <a:ext cx="152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cerebro asocia automáticamente colores con significados después de solo unas pocas exposiciones.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Accesibilidad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70000" y="2794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todos perciben colores </a:t>
            </a:r>
            <a:r>
              <a:rPr lang="en-US" sz="3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igual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3937000"/>
            <a:ext cx="10160000" cy="25400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270000" y="444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Soluciones: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" y="5461000"/>
            <a:ext cx="10160000" cy="177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738313" y="59055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50850" y="-30882"/>
                </a:moveTo>
                <a:cubicBezTo>
                  <a:pt x="39191" y="-42540"/>
                  <a:pt x="20340" y="-42540"/>
                  <a:pt x="8806" y="-30882"/>
                </a:cubicBezTo>
                <a:cubicBezTo>
                  <a:pt x="-2729" y="-19224"/>
                  <a:pt x="-2853" y="-372"/>
                  <a:pt x="8682" y="11286"/>
                </a:cubicBezTo>
                <a:lnTo>
                  <a:pt x="663525" y="666130"/>
                </a:lnTo>
                <a:cubicBezTo>
                  <a:pt x="675184" y="677788"/>
                  <a:pt x="694035" y="677788"/>
                  <a:pt x="705569" y="666130"/>
                </a:cubicBezTo>
                <a:cubicBezTo>
                  <a:pt x="717104" y="654472"/>
                  <a:pt x="717228" y="635620"/>
                  <a:pt x="705569" y="624086"/>
                </a:cubicBezTo>
                <a:lnTo>
                  <a:pt x="586011" y="504527"/>
                </a:lnTo>
                <a:cubicBezTo>
                  <a:pt x="589359" y="501551"/>
                  <a:pt x="592708" y="498574"/>
                  <a:pt x="595933" y="495598"/>
                </a:cubicBezTo>
                <a:cubicBezTo>
                  <a:pt x="653976" y="441647"/>
                  <a:pt x="692795" y="377279"/>
                  <a:pt x="711274" y="333003"/>
                </a:cubicBezTo>
                <a:cubicBezTo>
                  <a:pt x="715367" y="323205"/>
                  <a:pt x="715367" y="312291"/>
                  <a:pt x="711274" y="302493"/>
                </a:cubicBezTo>
                <a:cubicBezTo>
                  <a:pt x="692795" y="258217"/>
                  <a:pt x="653976" y="193725"/>
                  <a:pt x="595933" y="139898"/>
                </a:cubicBezTo>
                <a:cubicBezTo>
                  <a:pt x="537518" y="85700"/>
                  <a:pt x="457274" y="39936"/>
                  <a:pt x="357063" y="39936"/>
                </a:cubicBezTo>
                <a:cubicBezTo>
                  <a:pt x="286618" y="39936"/>
                  <a:pt x="226095" y="62508"/>
                  <a:pt x="175989" y="94754"/>
                </a:cubicBezTo>
                <a:lnTo>
                  <a:pt x="50850" y="-30882"/>
                </a:lnTo>
                <a:close/>
                <a:moveTo>
                  <a:pt x="253628" y="172021"/>
                </a:moveTo>
                <a:cubicBezTo>
                  <a:pt x="282773" y="151185"/>
                  <a:pt x="318616" y="138906"/>
                  <a:pt x="357188" y="138906"/>
                </a:cubicBezTo>
                <a:cubicBezTo>
                  <a:pt x="455786" y="138906"/>
                  <a:pt x="535781" y="218901"/>
                  <a:pt x="535781" y="317500"/>
                </a:cubicBezTo>
                <a:cubicBezTo>
                  <a:pt x="535781" y="356071"/>
                  <a:pt x="523503" y="391790"/>
                  <a:pt x="502667" y="421060"/>
                </a:cubicBezTo>
                <a:lnTo>
                  <a:pt x="459631" y="378023"/>
                </a:lnTo>
                <a:cubicBezTo>
                  <a:pt x="475382" y="351482"/>
                  <a:pt x="480715" y="318864"/>
                  <a:pt x="472157" y="286618"/>
                </a:cubicBezTo>
                <a:cubicBezTo>
                  <a:pt x="455166" y="223118"/>
                  <a:pt x="389806" y="185415"/>
                  <a:pt x="326306" y="202406"/>
                </a:cubicBezTo>
                <a:cubicBezTo>
                  <a:pt x="315640" y="205259"/>
                  <a:pt x="305594" y="209476"/>
                  <a:pt x="296540" y="214809"/>
                </a:cubicBezTo>
                <a:lnTo>
                  <a:pt x="253504" y="171772"/>
                </a:lnTo>
                <a:close/>
                <a:moveTo>
                  <a:pt x="109141" y="195833"/>
                </a:moveTo>
                <a:cubicBezTo>
                  <a:pt x="97482" y="184175"/>
                  <a:pt x="78631" y="184175"/>
                  <a:pt x="67097" y="195833"/>
                </a:cubicBezTo>
                <a:cubicBezTo>
                  <a:pt x="55563" y="207491"/>
                  <a:pt x="55438" y="226343"/>
                  <a:pt x="67097" y="237877"/>
                </a:cubicBezTo>
                <a:lnTo>
                  <a:pt x="407045" y="577949"/>
                </a:lnTo>
                <a:cubicBezTo>
                  <a:pt x="418703" y="589607"/>
                  <a:pt x="437555" y="589607"/>
                  <a:pt x="449089" y="577949"/>
                </a:cubicBezTo>
                <a:cubicBezTo>
                  <a:pt x="460623" y="566291"/>
                  <a:pt x="460747" y="547439"/>
                  <a:pt x="449089" y="535905"/>
                </a:cubicBezTo>
                <a:lnTo>
                  <a:pt x="109141" y="195833"/>
                </a:lnTo>
                <a:close/>
                <a:moveTo>
                  <a:pt x="56679" y="311671"/>
                </a:moveTo>
                <a:cubicBezTo>
                  <a:pt x="45021" y="300013"/>
                  <a:pt x="26169" y="300013"/>
                  <a:pt x="14635" y="311671"/>
                </a:cubicBezTo>
                <a:cubicBezTo>
                  <a:pt x="3101" y="323329"/>
                  <a:pt x="2977" y="342181"/>
                  <a:pt x="14635" y="353715"/>
                </a:cubicBezTo>
                <a:lnTo>
                  <a:pt x="225599" y="564927"/>
                </a:lnTo>
                <a:cubicBezTo>
                  <a:pt x="237257" y="576585"/>
                  <a:pt x="256108" y="576585"/>
                  <a:pt x="267643" y="564927"/>
                </a:cubicBezTo>
                <a:cubicBezTo>
                  <a:pt x="279177" y="553269"/>
                  <a:pt x="279301" y="534417"/>
                  <a:pt x="267643" y="522883"/>
                </a:cubicBezTo>
                <a:lnTo>
                  <a:pt x="56679" y="31167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667000" y="577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Modos para daltonismo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67000" y="64135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Paletas alternativas que reemplazan colores problemáticos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70000" y="7620000"/>
            <a:ext cx="10160000" cy="177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778000" y="8064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16917" y="337344"/>
                </a:moveTo>
                <a:cubicBezTo>
                  <a:pt x="230188" y="337344"/>
                  <a:pt x="242590" y="343917"/>
                  <a:pt x="249907" y="354955"/>
                </a:cubicBezTo>
                <a:lnTo>
                  <a:pt x="264542" y="377031"/>
                </a:lnTo>
                <a:lnTo>
                  <a:pt x="297656" y="377031"/>
                </a:lnTo>
                <a:cubicBezTo>
                  <a:pt x="330522" y="377031"/>
                  <a:pt x="357188" y="403696"/>
                  <a:pt x="357188" y="436563"/>
                </a:cubicBezTo>
                <a:lnTo>
                  <a:pt x="357188" y="575469"/>
                </a:lnTo>
                <a:cubicBezTo>
                  <a:pt x="357188" y="608335"/>
                  <a:pt x="330522" y="635000"/>
                  <a:pt x="297656" y="635000"/>
                </a:cubicBezTo>
                <a:lnTo>
                  <a:pt x="59531" y="635000"/>
                </a:lnTo>
                <a:cubicBezTo>
                  <a:pt x="26665" y="635000"/>
                  <a:pt x="0" y="608335"/>
                  <a:pt x="0" y="575469"/>
                </a:cubicBezTo>
                <a:lnTo>
                  <a:pt x="0" y="436563"/>
                </a:lnTo>
                <a:cubicBezTo>
                  <a:pt x="0" y="403696"/>
                  <a:pt x="26665" y="377031"/>
                  <a:pt x="59531" y="377031"/>
                </a:cubicBezTo>
                <a:lnTo>
                  <a:pt x="92646" y="377031"/>
                </a:lnTo>
                <a:lnTo>
                  <a:pt x="107280" y="354955"/>
                </a:lnTo>
                <a:cubicBezTo>
                  <a:pt x="114598" y="343917"/>
                  <a:pt x="127000" y="337344"/>
                  <a:pt x="140271" y="337344"/>
                </a:cubicBezTo>
                <a:lnTo>
                  <a:pt x="216793" y="337344"/>
                </a:lnTo>
                <a:close/>
                <a:moveTo>
                  <a:pt x="562446" y="322461"/>
                </a:moveTo>
                <a:cubicBezTo>
                  <a:pt x="569392" y="316384"/>
                  <a:pt x="579686" y="315888"/>
                  <a:pt x="587127" y="321345"/>
                </a:cubicBezTo>
                <a:cubicBezTo>
                  <a:pt x="594568" y="326802"/>
                  <a:pt x="597421" y="336724"/>
                  <a:pt x="593700" y="345281"/>
                </a:cubicBezTo>
                <a:lnTo>
                  <a:pt x="546075" y="456406"/>
                </a:lnTo>
                <a:lnTo>
                  <a:pt x="615156" y="456406"/>
                </a:lnTo>
                <a:cubicBezTo>
                  <a:pt x="623466" y="456406"/>
                  <a:pt x="630783" y="461491"/>
                  <a:pt x="633760" y="469305"/>
                </a:cubicBezTo>
                <a:cubicBezTo>
                  <a:pt x="636736" y="477118"/>
                  <a:pt x="634504" y="485800"/>
                  <a:pt x="628303" y="491257"/>
                </a:cubicBezTo>
                <a:lnTo>
                  <a:pt x="469553" y="630163"/>
                </a:lnTo>
                <a:cubicBezTo>
                  <a:pt x="462607" y="636240"/>
                  <a:pt x="452313" y="636736"/>
                  <a:pt x="444872" y="631279"/>
                </a:cubicBezTo>
                <a:cubicBezTo>
                  <a:pt x="437431" y="625822"/>
                  <a:pt x="434578" y="615900"/>
                  <a:pt x="438299" y="607343"/>
                </a:cubicBezTo>
                <a:lnTo>
                  <a:pt x="486048" y="496094"/>
                </a:lnTo>
                <a:lnTo>
                  <a:pt x="416843" y="496094"/>
                </a:lnTo>
                <a:cubicBezTo>
                  <a:pt x="408533" y="496094"/>
                  <a:pt x="401216" y="491009"/>
                  <a:pt x="398239" y="483195"/>
                </a:cubicBezTo>
                <a:cubicBezTo>
                  <a:pt x="395263" y="475382"/>
                  <a:pt x="397495" y="466700"/>
                  <a:pt x="403696" y="461243"/>
                </a:cubicBezTo>
                <a:lnTo>
                  <a:pt x="562446" y="322337"/>
                </a:lnTo>
                <a:close/>
                <a:moveTo>
                  <a:pt x="178594" y="446484"/>
                </a:moveTo>
                <a:cubicBezTo>
                  <a:pt x="145738" y="446484"/>
                  <a:pt x="119062" y="473159"/>
                  <a:pt x="119062" y="506016"/>
                </a:cubicBezTo>
                <a:cubicBezTo>
                  <a:pt x="119062" y="538872"/>
                  <a:pt x="145738" y="565547"/>
                  <a:pt x="178594" y="565547"/>
                </a:cubicBezTo>
                <a:cubicBezTo>
                  <a:pt x="211450" y="565547"/>
                  <a:pt x="238125" y="538872"/>
                  <a:pt x="238125" y="506016"/>
                </a:cubicBezTo>
                <a:cubicBezTo>
                  <a:pt x="238125" y="473159"/>
                  <a:pt x="211450" y="446484"/>
                  <a:pt x="178594" y="446484"/>
                </a:cubicBezTo>
                <a:close/>
                <a:moveTo>
                  <a:pt x="600025" y="496"/>
                </a:moveTo>
                <a:cubicBezTo>
                  <a:pt x="608087" y="-868"/>
                  <a:pt x="616272" y="992"/>
                  <a:pt x="622970" y="5953"/>
                </a:cubicBezTo>
                <a:cubicBezTo>
                  <a:pt x="630535" y="11534"/>
                  <a:pt x="635000" y="20464"/>
                  <a:pt x="635000" y="29766"/>
                </a:cubicBezTo>
                <a:lnTo>
                  <a:pt x="635000" y="218281"/>
                </a:lnTo>
                <a:lnTo>
                  <a:pt x="634628" y="224358"/>
                </a:lnTo>
                <a:cubicBezTo>
                  <a:pt x="630535" y="254372"/>
                  <a:pt x="596801" y="277813"/>
                  <a:pt x="555625" y="277813"/>
                </a:cubicBezTo>
                <a:cubicBezTo>
                  <a:pt x="511845" y="277813"/>
                  <a:pt x="476250" y="251147"/>
                  <a:pt x="476250" y="218281"/>
                </a:cubicBezTo>
                <a:cubicBezTo>
                  <a:pt x="476250" y="185415"/>
                  <a:pt x="511845" y="158750"/>
                  <a:pt x="555625" y="158750"/>
                </a:cubicBezTo>
                <a:cubicBezTo>
                  <a:pt x="562446" y="158750"/>
                  <a:pt x="569144" y="159494"/>
                  <a:pt x="575469" y="160734"/>
                </a:cubicBezTo>
                <a:lnTo>
                  <a:pt x="575469" y="99591"/>
                </a:lnTo>
                <a:lnTo>
                  <a:pt x="436563" y="141263"/>
                </a:lnTo>
                <a:lnTo>
                  <a:pt x="436563" y="277937"/>
                </a:lnTo>
                <a:lnTo>
                  <a:pt x="436190" y="284014"/>
                </a:lnTo>
                <a:cubicBezTo>
                  <a:pt x="432098" y="314027"/>
                  <a:pt x="398363" y="337468"/>
                  <a:pt x="357188" y="337468"/>
                </a:cubicBezTo>
                <a:cubicBezTo>
                  <a:pt x="313407" y="337468"/>
                  <a:pt x="277813" y="310803"/>
                  <a:pt x="277813" y="277937"/>
                </a:cubicBezTo>
                <a:cubicBezTo>
                  <a:pt x="277813" y="245070"/>
                  <a:pt x="313407" y="218405"/>
                  <a:pt x="357188" y="218405"/>
                </a:cubicBezTo>
                <a:cubicBezTo>
                  <a:pt x="364009" y="218405"/>
                  <a:pt x="370706" y="219149"/>
                  <a:pt x="377031" y="220390"/>
                </a:cubicBezTo>
                <a:lnTo>
                  <a:pt x="377031" y="89297"/>
                </a:lnTo>
                <a:cubicBezTo>
                  <a:pt x="377031" y="76150"/>
                  <a:pt x="385713" y="64492"/>
                  <a:pt x="398239" y="60771"/>
                </a:cubicBezTo>
                <a:lnTo>
                  <a:pt x="596677" y="1240"/>
                </a:lnTo>
                <a:lnTo>
                  <a:pt x="600025" y="496"/>
                </a:lnTo>
                <a:close/>
                <a:moveTo>
                  <a:pt x="234280" y="0"/>
                </a:moveTo>
                <a:cubicBezTo>
                  <a:pt x="280293" y="0"/>
                  <a:pt x="317500" y="37207"/>
                  <a:pt x="317500" y="83220"/>
                </a:cubicBezTo>
                <a:lnTo>
                  <a:pt x="317500" y="90785"/>
                </a:lnTo>
                <a:cubicBezTo>
                  <a:pt x="317500" y="160362"/>
                  <a:pt x="224234" y="229815"/>
                  <a:pt x="180702" y="258589"/>
                </a:cubicBezTo>
                <a:cubicBezTo>
                  <a:pt x="167308" y="267395"/>
                  <a:pt x="150192" y="267395"/>
                  <a:pt x="136798" y="258589"/>
                </a:cubicBezTo>
                <a:cubicBezTo>
                  <a:pt x="93266" y="229939"/>
                  <a:pt x="0" y="160362"/>
                  <a:pt x="0" y="90785"/>
                </a:cubicBezTo>
                <a:lnTo>
                  <a:pt x="0" y="83220"/>
                </a:lnTo>
                <a:cubicBezTo>
                  <a:pt x="0" y="37207"/>
                  <a:pt x="37207" y="0"/>
                  <a:pt x="83220" y="0"/>
                </a:cubicBezTo>
                <a:cubicBezTo>
                  <a:pt x="109389" y="0"/>
                  <a:pt x="133945" y="12278"/>
                  <a:pt x="149696" y="33238"/>
                </a:cubicBezTo>
                <a:lnTo>
                  <a:pt x="158750" y="45393"/>
                </a:lnTo>
                <a:lnTo>
                  <a:pt x="167804" y="33238"/>
                </a:lnTo>
                <a:cubicBezTo>
                  <a:pt x="183555" y="12278"/>
                  <a:pt x="208111" y="0"/>
                  <a:pt x="234280" y="0"/>
                </a:cubicBez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667000" y="7937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de iconos + color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67000" y="85725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depender solo del color; añadir símbolos y formas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335000" y="8255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8% de los hombres y 0.5% de las mujeres tienen daltonismo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Consistencia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349375" y="3175000"/>
            <a:ext cx="476250" cy="635000"/>
          </a:xfrm>
          <a:custGeom>
            <a:avLst/>
            <a:gdLst/>
            <a:ahLst/>
            <a:cxnLst/>
            <a:rect l="l" t="t" r="r" b="b"/>
            <a:pathLst>
              <a:path w="476250" h="635000">
                <a:moveTo>
                  <a:pt x="158750" y="119062"/>
                </a:moveTo>
                <a:lnTo>
                  <a:pt x="158750" y="198438"/>
                </a:lnTo>
                <a:lnTo>
                  <a:pt x="317500" y="198438"/>
                </a:lnTo>
                <a:lnTo>
                  <a:pt x="317500" y="119062"/>
                </a:lnTo>
                <a:cubicBezTo>
                  <a:pt x="317500" y="75282"/>
                  <a:pt x="281905" y="39688"/>
                  <a:pt x="238125" y="39688"/>
                </a:cubicBezTo>
                <a:cubicBezTo>
                  <a:pt x="194345" y="39688"/>
                  <a:pt x="158750" y="75282"/>
                  <a:pt x="158750" y="119062"/>
                </a:cubicBezTo>
                <a:close/>
                <a:moveTo>
                  <a:pt x="79375" y="198438"/>
                </a:moveTo>
                <a:lnTo>
                  <a:pt x="79375" y="119062"/>
                </a:lnTo>
                <a:cubicBezTo>
                  <a:pt x="79375" y="31378"/>
                  <a:pt x="150440" y="-39687"/>
                  <a:pt x="238125" y="-39687"/>
                </a:cubicBezTo>
                <a:cubicBezTo>
                  <a:pt x="325810" y="-39687"/>
                  <a:pt x="396875" y="31378"/>
                  <a:pt x="396875" y="119062"/>
                </a:cubicBezTo>
                <a:lnTo>
                  <a:pt x="396875" y="198438"/>
                </a:lnTo>
                <a:cubicBezTo>
                  <a:pt x="440655" y="198438"/>
                  <a:pt x="476250" y="234032"/>
                  <a:pt x="476250" y="277813"/>
                </a:cubicBezTo>
                <a:lnTo>
                  <a:pt x="476250" y="555625"/>
                </a:lnTo>
                <a:cubicBezTo>
                  <a:pt x="476250" y="599405"/>
                  <a:pt x="440655" y="635000"/>
                  <a:pt x="396875" y="635000"/>
                </a:cubicBezTo>
                <a:lnTo>
                  <a:pt x="79375" y="635000"/>
                </a:lnTo>
                <a:cubicBezTo>
                  <a:pt x="35595" y="635000"/>
                  <a:pt x="0" y="599405"/>
                  <a:pt x="0" y="555625"/>
                </a:cubicBezTo>
                <a:lnTo>
                  <a:pt x="0" y="277813"/>
                </a:lnTo>
                <a:cubicBezTo>
                  <a:pt x="0" y="234032"/>
                  <a:pt x="35595" y="198438"/>
                  <a:pt x="79375" y="198438"/>
                </a:cubicBez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159000" y="31115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color debe </a:t>
            </a:r>
            <a:r>
              <a:rPr lang="en-US" sz="3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mantener significado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4445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55414" y="511597"/>
                </a:moveTo>
                <a:lnTo>
                  <a:pt x="123403" y="179586"/>
                </a:lnTo>
                <a:cubicBezTo>
                  <a:pt x="95622" y="218529"/>
                  <a:pt x="79375" y="266154"/>
                  <a:pt x="79375" y="317500"/>
                </a:cubicBezTo>
                <a:cubicBezTo>
                  <a:pt x="79375" y="448965"/>
                  <a:pt x="186035" y="555625"/>
                  <a:pt x="317500" y="555625"/>
                </a:cubicBezTo>
                <a:cubicBezTo>
                  <a:pt x="368970" y="555625"/>
                  <a:pt x="416595" y="539378"/>
                  <a:pt x="455414" y="511597"/>
                </a:cubicBezTo>
                <a:close/>
                <a:moveTo>
                  <a:pt x="511597" y="455414"/>
                </a:moveTo>
                <a:cubicBezTo>
                  <a:pt x="539378" y="416471"/>
                  <a:pt x="555625" y="368846"/>
                  <a:pt x="555625" y="317500"/>
                </a:cubicBezTo>
                <a:cubicBezTo>
                  <a:pt x="555625" y="186035"/>
                  <a:pt x="448965" y="79375"/>
                  <a:pt x="317500" y="79375"/>
                </a:cubicBezTo>
                <a:cubicBezTo>
                  <a:pt x="266030" y="79375"/>
                  <a:pt x="218405" y="95622"/>
                  <a:pt x="179586" y="123403"/>
                </a:cubicBezTo>
                <a:lnTo>
                  <a:pt x="511597" y="455414"/>
                </a:lnTo>
                <a:close/>
                <a:moveTo>
                  <a:pt x="0" y="317500"/>
                </a:moveTo>
                <a:cubicBezTo>
                  <a:pt x="0" y="142267"/>
                  <a:pt x="142267" y="0"/>
                  <a:pt x="317500" y="0"/>
                </a:cubicBezTo>
                <a:cubicBezTo>
                  <a:pt x="492733" y="0"/>
                  <a:pt x="635000" y="142267"/>
                  <a:pt x="635000" y="317500"/>
                </a:cubicBezTo>
                <a:cubicBezTo>
                  <a:pt x="635000" y="492733"/>
                  <a:pt x="492733" y="635000"/>
                  <a:pt x="317500" y="635000"/>
                </a:cubicBezTo>
                <a:cubicBezTo>
                  <a:pt x="142267" y="635000"/>
                  <a:pt x="0" y="492733"/>
                  <a:pt x="0" y="31750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159000" y="43815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Evitar </a:t>
            </a:r>
            <a:r>
              <a:rPr lang="en-US" sz="30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contradicciones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5715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48828" y="69453"/>
                </a:moveTo>
                <a:cubicBezTo>
                  <a:pt x="148828" y="31130"/>
                  <a:pt x="179958" y="0"/>
                  <a:pt x="218281" y="0"/>
                </a:cubicBezTo>
                <a:lnTo>
                  <a:pt x="248047" y="0"/>
                </a:lnTo>
                <a:cubicBezTo>
                  <a:pt x="269999" y="0"/>
                  <a:pt x="287734" y="17735"/>
                  <a:pt x="287734" y="39688"/>
                </a:cubicBezTo>
                <a:lnTo>
                  <a:pt x="287734" y="595313"/>
                </a:lnTo>
                <a:cubicBezTo>
                  <a:pt x="287734" y="617265"/>
                  <a:pt x="269999" y="635000"/>
                  <a:pt x="248047" y="635000"/>
                </a:cubicBezTo>
                <a:lnTo>
                  <a:pt x="208359" y="635000"/>
                </a:lnTo>
                <a:cubicBezTo>
                  <a:pt x="171400" y="635000"/>
                  <a:pt x="140271" y="609699"/>
                  <a:pt x="131465" y="575469"/>
                </a:cubicBezTo>
                <a:cubicBezTo>
                  <a:pt x="130597" y="575469"/>
                  <a:pt x="129853" y="575469"/>
                  <a:pt x="128984" y="575469"/>
                </a:cubicBezTo>
                <a:cubicBezTo>
                  <a:pt x="74166" y="575469"/>
                  <a:pt x="29766" y="531068"/>
                  <a:pt x="29766" y="476250"/>
                </a:cubicBezTo>
                <a:cubicBezTo>
                  <a:pt x="29766" y="453926"/>
                  <a:pt x="37207" y="433338"/>
                  <a:pt x="49609" y="416719"/>
                </a:cubicBezTo>
                <a:cubicBezTo>
                  <a:pt x="25549" y="398611"/>
                  <a:pt x="9922" y="369838"/>
                  <a:pt x="9922" y="337344"/>
                </a:cubicBezTo>
                <a:cubicBezTo>
                  <a:pt x="9922" y="299021"/>
                  <a:pt x="31750" y="265658"/>
                  <a:pt x="63500" y="249163"/>
                </a:cubicBezTo>
                <a:cubicBezTo>
                  <a:pt x="54694" y="234280"/>
                  <a:pt x="49609" y="216917"/>
                  <a:pt x="49609" y="198438"/>
                </a:cubicBezTo>
                <a:cubicBezTo>
                  <a:pt x="49609" y="143619"/>
                  <a:pt x="94010" y="99219"/>
                  <a:pt x="148828" y="99219"/>
                </a:cubicBezTo>
                <a:lnTo>
                  <a:pt x="148828" y="69453"/>
                </a:lnTo>
                <a:close/>
                <a:moveTo>
                  <a:pt x="486172" y="69453"/>
                </a:moveTo>
                <a:lnTo>
                  <a:pt x="486172" y="99219"/>
                </a:lnTo>
                <a:cubicBezTo>
                  <a:pt x="540990" y="99219"/>
                  <a:pt x="585391" y="143619"/>
                  <a:pt x="585391" y="198438"/>
                </a:cubicBezTo>
                <a:cubicBezTo>
                  <a:pt x="585391" y="217041"/>
                  <a:pt x="580306" y="234404"/>
                  <a:pt x="571500" y="249163"/>
                </a:cubicBezTo>
                <a:cubicBezTo>
                  <a:pt x="603374" y="265658"/>
                  <a:pt x="625078" y="298896"/>
                  <a:pt x="625078" y="337344"/>
                </a:cubicBezTo>
                <a:cubicBezTo>
                  <a:pt x="625078" y="369838"/>
                  <a:pt x="609451" y="398611"/>
                  <a:pt x="585391" y="416719"/>
                </a:cubicBezTo>
                <a:cubicBezTo>
                  <a:pt x="597793" y="433338"/>
                  <a:pt x="605234" y="453926"/>
                  <a:pt x="605234" y="476250"/>
                </a:cubicBezTo>
                <a:cubicBezTo>
                  <a:pt x="605234" y="531068"/>
                  <a:pt x="560834" y="575469"/>
                  <a:pt x="506016" y="575469"/>
                </a:cubicBezTo>
                <a:cubicBezTo>
                  <a:pt x="505147" y="575469"/>
                  <a:pt x="504403" y="575469"/>
                  <a:pt x="503535" y="575469"/>
                </a:cubicBezTo>
                <a:cubicBezTo>
                  <a:pt x="494729" y="609699"/>
                  <a:pt x="463600" y="635000"/>
                  <a:pt x="426641" y="635000"/>
                </a:cubicBezTo>
                <a:lnTo>
                  <a:pt x="386953" y="635000"/>
                </a:lnTo>
                <a:cubicBezTo>
                  <a:pt x="365001" y="635000"/>
                  <a:pt x="347266" y="617265"/>
                  <a:pt x="347266" y="595313"/>
                </a:cubicBezTo>
                <a:lnTo>
                  <a:pt x="347266" y="39688"/>
                </a:lnTo>
                <a:cubicBezTo>
                  <a:pt x="347266" y="17735"/>
                  <a:pt x="365001" y="0"/>
                  <a:pt x="386953" y="0"/>
                </a:cubicBezTo>
                <a:lnTo>
                  <a:pt x="416719" y="0"/>
                </a:lnTo>
                <a:cubicBezTo>
                  <a:pt x="455042" y="0"/>
                  <a:pt x="486172" y="31130"/>
                  <a:pt x="486172" y="69453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159000" y="56515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Mejora la </a:t>
            </a:r>
            <a:r>
              <a:rPr lang="en-US" sz="30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comprensión</a:t>
            </a: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del jugador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7366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Ejemplo: Verde consistente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49375" y="8382000"/>
            <a:ext cx="9423918" cy="10160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946534" y="8382000"/>
            <a:ext cx="82296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CURA · SEGURO · ALIADO · ÉXITO · POSITIVO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0000" y="965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 el verde significa "seguro", nunca debe usarse para peligro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 </a:t>
            </a: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Scripting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270000" y="2921000"/>
            <a:ext cx="21590000" cy="2540000"/>
          </a:xfrm>
          <a:prstGeom prst="rect">
            <a:avLst/>
          </a:prstGeom>
          <a:gradFill flip="none" rotWithShape="1">
            <a:gsLst>
              <a:gs pos="0">
                <a:srgbClr val="F8FAFC"/>
              </a:gs>
              <a:gs pos="30000">
                <a:srgbClr val="38BDF8"/>
              </a:gs>
              <a:gs pos="60000">
                <a:srgbClr val="334155"/>
              </a:gs>
              <a:gs pos="100000">
                <a:srgbClr val="0F172A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524000" y="571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Inicio: Claro, esperanza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0" y="571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Final: Oscuro, conflicto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6858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El color </a:t>
            </a: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evoluciona</a:t>
            </a: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 la historia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787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Cambios </a:t>
            </a: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progresivos</a:t>
            </a: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la paleta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8890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Refuerza </a:t>
            </a: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narrativa emocional</a:t>
            </a:r>
            <a:endParaRPr lang="en-US" sz="1600" dirty="0"/>
          </a:p>
        </p:txBody>
      </p:sp>
      <p:pic>
        <p:nvPicPr>
          <p:cNvPr id="10" name="Image 0" descr="https://kimi-img.moonshot.cn/pub/slides/okc/jxbn74q23ahew/mnt/agents/output/color-en-diseno/images/5_Dark_Gradient_Images_Browse_3_846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13970000" y="6350000"/>
            <a:ext cx="7620000" cy="508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600" b="1" kern="0" spc="-12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Conclusión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2159000"/>
            <a:ext cx="1524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70000" y="2667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color cumple </a:t>
            </a:r>
            <a:r>
              <a:rPr lang="en-US" sz="3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funciones clave</a:t>
            </a:r>
            <a:r>
              <a:rPr lang="en-US" sz="3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4064000"/>
            <a:ext cx="6350000" cy="355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682750" y="45720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618976" y="313283"/>
                </a:moveTo>
                <a:cubicBezTo>
                  <a:pt x="637133" y="308372"/>
                  <a:pt x="656183" y="317004"/>
                  <a:pt x="664369" y="333821"/>
                </a:cubicBezTo>
                <a:lnTo>
                  <a:pt x="692051" y="389781"/>
                </a:lnTo>
                <a:cubicBezTo>
                  <a:pt x="707380" y="391864"/>
                  <a:pt x="722412" y="396032"/>
                  <a:pt x="736550" y="401836"/>
                </a:cubicBezTo>
                <a:lnTo>
                  <a:pt x="788640" y="367159"/>
                </a:lnTo>
                <a:cubicBezTo>
                  <a:pt x="804267" y="356741"/>
                  <a:pt x="824954" y="358825"/>
                  <a:pt x="838200" y="372070"/>
                </a:cubicBezTo>
                <a:lnTo>
                  <a:pt x="866775" y="400645"/>
                </a:lnTo>
                <a:cubicBezTo>
                  <a:pt x="880021" y="413891"/>
                  <a:pt x="882104" y="434727"/>
                  <a:pt x="871686" y="450205"/>
                </a:cubicBezTo>
                <a:lnTo>
                  <a:pt x="837009" y="502146"/>
                </a:lnTo>
                <a:cubicBezTo>
                  <a:pt x="839837" y="509141"/>
                  <a:pt x="842367" y="516434"/>
                  <a:pt x="844451" y="524024"/>
                </a:cubicBezTo>
                <a:cubicBezTo>
                  <a:pt x="846534" y="531614"/>
                  <a:pt x="847874" y="539055"/>
                  <a:pt x="848916" y="546646"/>
                </a:cubicBezTo>
                <a:lnTo>
                  <a:pt x="905024" y="574328"/>
                </a:lnTo>
                <a:cubicBezTo>
                  <a:pt x="921841" y="582662"/>
                  <a:pt x="930473" y="601712"/>
                  <a:pt x="925562" y="619720"/>
                </a:cubicBezTo>
                <a:lnTo>
                  <a:pt x="915144" y="658713"/>
                </a:lnTo>
                <a:cubicBezTo>
                  <a:pt x="910233" y="676721"/>
                  <a:pt x="893415" y="688925"/>
                  <a:pt x="874663" y="687735"/>
                </a:cubicBezTo>
                <a:lnTo>
                  <a:pt x="812155" y="683716"/>
                </a:lnTo>
                <a:cubicBezTo>
                  <a:pt x="802779" y="695771"/>
                  <a:pt x="791914" y="706934"/>
                  <a:pt x="779562" y="716459"/>
                </a:cubicBezTo>
                <a:lnTo>
                  <a:pt x="783580" y="778818"/>
                </a:lnTo>
                <a:cubicBezTo>
                  <a:pt x="784771" y="797570"/>
                  <a:pt x="772567" y="814536"/>
                  <a:pt x="754559" y="819299"/>
                </a:cubicBezTo>
                <a:lnTo>
                  <a:pt x="715566" y="829717"/>
                </a:lnTo>
                <a:cubicBezTo>
                  <a:pt x="697409" y="834628"/>
                  <a:pt x="678507" y="825996"/>
                  <a:pt x="670173" y="809179"/>
                </a:cubicBezTo>
                <a:lnTo>
                  <a:pt x="642491" y="753219"/>
                </a:lnTo>
                <a:cubicBezTo>
                  <a:pt x="627162" y="751136"/>
                  <a:pt x="612130" y="746968"/>
                  <a:pt x="597991" y="741164"/>
                </a:cubicBezTo>
                <a:lnTo>
                  <a:pt x="545902" y="775841"/>
                </a:lnTo>
                <a:cubicBezTo>
                  <a:pt x="530275" y="786259"/>
                  <a:pt x="509588" y="784175"/>
                  <a:pt x="496342" y="770930"/>
                </a:cubicBezTo>
                <a:lnTo>
                  <a:pt x="467767" y="742355"/>
                </a:lnTo>
                <a:cubicBezTo>
                  <a:pt x="454521" y="729109"/>
                  <a:pt x="452438" y="708422"/>
                  <a:pt x="462855" y="692795"/>
                </a:cubicBezTo>
                <a:lnTo>
                  <a:pt x="497532" y="640705"/>
                </a:lnTo>
                <a:cubicBezTo>
                  <a:pt x="494705" y="633710"/>
                  <a:pt x="492175" y="626418"/>
                  <a:pt x="490091" y="618827"/>
                </a:cubicBezTo>
                <a:cubicBezTo>
                  <a:pt x="488007" y="611237"/>
                  <a:pt x="486668" y="603647"/>
                  <a:pt x="485626" y="596205"/>
                </a:cubicBezTo>
                <a:lnTo>
                  <a:pt x="429518" y="568523"/>
                </a:lnTo>
                <a:cubicBezTo>
                  <a:pt x="412700" y="560189"/>
                  <a:pt x="404217" y="541139"/>
                  <a:pt x="408980" y="523131"/>
                </a:cubicBezTo>
                <a:lnTo>
                  <a:pt x="419398" y="484138"/>
                </a:lnTo>
                <a:cubicBezTo>
                  <a:pt x="424309" y="466130"/>
                  <a:pt x="441127" y="453926"/>
                  <a:pt x="459879" y="455116"/>
                </a:cubicBezTo>
                <a:lnTo>
                  <a:pt x="522238" y="459135"/>
                </a:lnTo>
                <a:cubicBezTo>
                  <a:pt x="531614" y="447080"/>
                  <a:pt x="542479" y="435918"/>
                  <a:pt x="554831" y="426393"/>
                </a:cubicBezTo>
                <a:lnTo>
                  <a:pt x="550813" y="364182"/>
                </a:lnTo>
                <a:cubicBezTo>
                  <a:pt x="549622" y="345430"/>
                  <a:pt x="561826" y="328464"/>
                  <a:pt x="579834" y="323701"/>
                </a:cubicBezTo>
                <a:lnTo>
                  <a:pt x="618827" y="313283"/>
                </a:lnTo>
                <a:close/>
                <a:moveTo>
                  <a:pt x="667345" y="506016"/>
                </a:moveTo>
                <a:cubicBezTo>
                  <a:pt x="631204" y="506057"/>
                  <a:pt x="601894" y="535433"/>
                  <a:pt x="601935" y="571574"/>
                </a:cubicBezTo>
                <a:cubicBezTo>
                  <a:pt x="601976" y="607716"/>
                  <a:pt x="631352" y="637025"/>
                  <a:pt x="667494" y="636984"/>
                </a:cubicBezTo>
                <a:cubicBezTo>
                  <a:pt x="703636" y="636943"/>
                  <a:pt x="732945" y="607567"/>
                  <a:pt x="732904" y="571426"/>
                </a:cubicBezTo>
                <a:cubicBezTo>
                  <a:pt x="732863" y="535284"/>
                  <a:pt x="703487" y="505975"/>
                  <a:pt x="667345" y="506016"/>
                </a:cubicBezTo>
                <a:close/>
                <a:moveTo>
                  <a:pt x="334714" y="-67717"/>
                </a:moveTo>
                <a:lnTo>
                  <a:pt x="373707" y="-57299"/>
                </a:lnTo>
                <a:cubicBezTo>
                  <a:pt x="391716" y="-52388"/>
                  <a:pt x="403920" y="-35421"/>
                  <a:pt x="402729" y="-16818"/>
                </a:cubicBezTo>
                <a:lnTo>
                  <a:pt x="398711" y="45393"/>
                </a:lnTo>
                <a:cubicBezTo>
                  <a:pt x="411063" y="54918"/>
                  <a:pt x="421928" y="65931"/>
                  <a:pt x="431304" y="78135"/>
                </a:cubicBezTo>
                <a:lnTo>
                  <a:pt x="493812" y="74116"/>
                </a:lnTo>
                <a:cubicBezTo>
                  <a:pt x="512415" y="72926"/>
                  <a:pt x="529382" y="85130"/>
                  <a:pt x="534293" y="103138"/>
                </a:cubicBezTo>
                <a:lnTo>
                  <a:pt x="544711" y="142131"/>
                </a:lnTo>
                <a:cubicBezTo>
                  <a:pt x="549473" y="160139"/>
                  <a:pt x="540990" y="179189"/>
                  <a:pt x="524173" y="187523"/>
                </a:cubicBezTo>
                <a:lnTo>
                  <a:pt x="468064" y="215205"/>
                </a:lnTo>
                <a:cubicBezTo>
                  <a:pt x="467023" y="222796"/>
                  <a:pt x="465534" y="230386"/>
                  <a:pt x="463600" y="237827"/>
                </a:cubicBezTo>
                <a:cubicBezTo>
                  <a:pt x="461665" y="245269"/>
                  <a:pt x="458986" y="252710"/>
                  <a:pt x="456158" y="259705"/>
                </a:cubicBezTo>
                <a:lnTo>
                  <a:pt x="490835" y="311795"/>
                </a:lnTo>
                <a:cubicBezTo>
                  <a:pt x="501253" y="327422"/>
                  <a:pt x="499170" y="348109"/>
                  <a:pt x="485924" y="361355"/>
                </a:cubicBezTo>
                <a:lnTo>
                  <a:pt x="457349" y="389930"/>
                </a:lnTo>
                <a:cubicBezTo>
                  <a:pt x="444103" y="403175"/>
                  <a:pt x="423416" y="405259"/>
                  <a:pt x="407789" y="394841"/>
                </a:cubicBezTo>
                <a:lnTo>
                  <a:pt x="355699" y="360164"/>
                </a:lnTo>
                <a:cubicBezTo>
                  <a:pt x="341561" y="365968"/>
                  <a:pt x="326529" y="370136"/>
                  <a:pt x="311200" y="372219"/>
                </a:cubicBezTo>
                <a:lnTo>
                  <a:pt x="283518" y="428179"/>
                </a:lnTo>
                <a:cubicBezTo>
                  <a:pt x="275183" y="444996"/>
                  <a:pt x="256133" y="453479"/>
                  <a:pt x="238125" y="448717"/>
                </a:cubicBezTo>
                <a:lnTo>
                  <a:pt x="199132" y="438299"/>
                </a:lnTo>
                <a:cubicBezTo>
                  <a:pt x="180975" y="433388"/>
                  <a:pt x="168920" y="416421"/>
                  <a:pt x="170111" y="397818"/>
                </a:cubicBezTo>
                <a:lnTo>
                  <a:pt x="174129" y="335459"/>
                </a:lnTo>
                <a:cubicBezTo>
                  <a:pt x="161776" y="325934"/>
                  <a:pt x="150912" y="314920"/>
                  <a:pt x="141536" y="302716"/>
                </a:cubicBezTo>
                <a:lnTo>
                  <a:pt x="79028" y="306735"/>
                </a:lnTo>
                <a:cubicBezTo>
                  <a:pt x="60424" y="307925"/>
                  <a:pt x="43458" y="295721"/>
                  <a:pt x="38546" y="277713"/>
                </a:cubicBezTo>
                <a:lnTo>
                  <a:pt x="28129" y="238720"/>
                </a:lnTo>
                <a:cubicBezTo>
                  <a:pt x="23366" y="220712"/>
                  <a:pt x="31849" y="201662"/>
                  <a:pt x="48667" y="193328"/>
                </a:cubicBezTo>
                <a:lnTo>
                  <a:pt x="104775" y="165646"/>
                </a:lnTo>
                <a:cubicBezTo>
                  <a:pt x="105817" y="158055"/>
                  <a:pt x="107305" y="150614"/>
                  <a:pt x="109240" y="143024"/>
                </a:cubicBezTo>
                <a:cubicBezTo>
                  <a:pt x="111323" y="135434"/>
                  <a:pt x="113705" y="128141"/>
                  <a:pt x="116681" y="121146"/>
                </a:cubicBezTo>
                <a:lnTo>
                  <a:pt x="82004" y="69205"/>
                </a:lnTo>
                <a:cubicBezTo>
                  <a:pt x="71586" y="53578"/>
                  <a:pt x="73670" y="32891"/>
                  <a:pt x="86916" y="19645"/>
                </a:cubicBezTo>
                <a:lnTo>
                  <a:pt x="115491" y="-8930"/>
                </a:lnTo>
                <a:cubicBezTo>
                  <a:pt x="128736" y="-22175"/>
                  <a:pt x="149423" y="-24259"/>
                  <a:pt x="165050" y="-13841"/>
                </a:cubicBezTo>
                <a:lnTo>
                  <a:pt x="217140" y="20836"/>
                </a:lnTo>
                <a:cubicBezTo>
                  <a:pt x="231279" y="15032"/>
                  <a:pt x="246311" y="10864"/>
                  <a:pt x="261640" y="8781"/>
                </a:cubicBezTo>
                <a:lnTo>
                  <a:pt x="289322" y="-47179"/>
                </a:lnTo>
                <a:cubicBezTo>
                  <a:pt x="297656" y="-63996"/>
                  <a:pt x="316557" y="-72479"/>
                  <a:pt x="334714" y="-67717"/>
                </a:cubicBezTo>
                <a:close/>
                <a:moveTo>
                  <a:pt x="286345" y="125016"/>
                </a:moveTo>
                <a:cubicBezTo>
                  <a:pt x="250204" y="125016"/>
                  <a:pt x="220861" y="154358"/>
                  <a:pt x="220861" y="190500"/>
                </a:cubicBezTo>
                <a:cubicBezTo>
                  <a:pt x="220861" y="226642"/>
                  <a:pt x="250204" y="255984"/>
                  <a:pt x="286345" y="255984"/>
                </a:cubicBezTo>
                <a:cubicBezTo>
                  <a:pt x="322487" y="255984"/>
                  <a:pt x="351830" y="226642"/>
                  <a:pt x="351830" y="190500"/>
                </a:cubicBezTo>
                <a:cubicBezTo>
                  <a:pt x="351830" y="154358"/>
                  <a:pt x="322487" y="125016"/>
                  <a:pt x="286345" y="125016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94000" y="4635500"/>
            <a:ext cx="431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5588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Guía visual, feedback, navegación, comunicación de estados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4064000"/>
            <a:ext cx="6350000" cy="355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636000" y="457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78594" y="83344"/>
                </a:moveTo>
                <a:cubicBezTo>
                  <a:pt x="178594" y="37356"/>
                  <a:pt x="215950" y="0"/>
                  <a:pt x="261938" y="0"/>
                </a:cubicBezTo>
                <a:lnTo>
                  <a:pt x="297656" y="0"/>
                </a:lnTo>
                <a:cubicBezTo>
                  <a:pt x="323999" y="0"/>
                  <a:pt x="345281" y="21282"/>
                  <a:pt x="345281" y="47625"/>
                </a:cubicBezTo>
                <a:lnTo>
                  <a:pt x="345281" y="714375"/>
                </a:lnTo>
                <a:cubicBezTo>
                  <a:pt x="345281" y="740718"/>
                  <a:pt x="323999" y="762000"/>
                  <a:pt x="297656" y="762000"/>
                </a:cubicBezTo>
                <a:lnTo>
                  <a:pt x="250031" y="762000"/>
                </a:lnTo>
                <a:cubicBezTo>
                  <a:pt x="205680" y="762000"/>
                  <a:pt x="168325" y="731639"/>
                  <a:pt x="157758" y="690563"/>
                </a:cubicBezTo>
                <a:cubicBezTo>
                  <a:pt x="156716" y="690563"/>
                  <a:pt x="155823" y="690563"/>
                  <a:pt x="154781" y="690563"/>
                </a:cubicBezTo>
                <a:cubicBezTo>
                  <a:pt x="88999" y="690563"/>
                  <a:pt x="35719" y="637282"/>
                  <a:pt x="35719" y="571500"/>
                </a:cubicBezTo>
                <a:cubicBezTo>
                  <a:pt x="35719" y="544711"/>
                  <a:pt x="44648" y="520005"/>
                  <a:pt x="59531" y="500063"/>
                </a:cubicBezTo>
                <a:cubicBezTo>
                  <a:pt x="30659" y="478334"/>
                  <a:pt x="11906" y="443805"/>
                  <a:pt x="11906" y="404813"/>
                </a:cubicBezTo>
                <a:cubicBezTo>
                  <a:pt x="11906" y="358825"/>
                  <a:pt x="38100" y="318790"/>
                  <a:pt x="76200" y="298996"/>
                </a:cubicBezTo>
                <a:cubicBezTo>
                  <a:pt x="65633" y="281136"/>
                  <a:pt x="59531" y="260300"/>
                  <a:pt x="59531" y="238125"/>
                </a:cubicBezTo>
                <a:cubicBezTo>
                  <a:pt x="59531" y="172343"/>
                  <a:pt x="112812" y="119063"/>
                  <a:pt x="178594" y="119063"/>
                </a:cubicBezTo>
                <a:lnTo>
                  <a:pt x="178594" y="83344"/>
                </a:lnTo>
                <a:close/>
                <a:moveTo>
                  <a:pt x="583406" y="83344"/>
                </a:moveTo>
                <a:lnTo>
                  <a:pt x="583406" y="119063"/>
                </a:lnTo>
                <a:cubicBezTo>
                  <a:pt x="649188" y="119063"/>
                  <a:pt x="702469" y="172343"/>
                  <a:pt x="702469" y="238125"/>
                </a:cubicBezTo>
                <a:cubicBezTo>
                  <a:pt x="702469" y="260449"/>
                  <a:pt x="696367" y="281285"/>
                  <a:pt x="685800" y="298996"/>
                </a:cubicBezTo>
                <a:cubicBezTo>
                  <a:pt x="724049" y="318790"/>
                  <a:pt x="750094" y="358676"/>
                  <a:pt x="750094" y="404813"/>
                </a:cubicBezTo>
                <a:cubicBezTo>
                  <a:pt x="750094" y="443805"/>
                  <a:pt x="731341" y="478334"/>
                  <a:pt x="702469" y="500063"/>
                </a:cubicBezTo>
                <a:cubicBezTo>
                  <a:pt x="717352" y="520005"/>
                  <a:pt x="726281" y="544711"/>
                  <a:pt x="726281" y="571500"/>
                </a:cubicBezTo>
                <a:cubicBezTo>
                  <a:pt x="726281" y="637282"/>
                  <a:pt x="673001" y="690563"/>
                  <a:pt x="607219" y="690563"/>
                </a:cubicBezTo>
                <a:cubicBezTo>
                  <a:pt x="606177" y="690563"/>
                  <a:pt x="605284" y="690563"/>
                  <a:pt x="604242" y="690563"/>
                </a:cubicBezTo>
                <a:cubicBezTo>
                  <a:pt x="593675" y="731639"/>
                  <a:pt x="556320" y="762000"/>
                  <a:pt x="511969" y="762000"/>
                </a:cubicBezTo>
                <a:lnTo>
                  <a:pt x="464344" y="762000"/>
                </a:lnTo>
                <a:cubicBezTo>
                  <a:pt x="438001" y="762000"/>
                  <a:pt x="416719" y="740718"/>
                  <a:pt x="416719" y="714375"/>
                </a:cubicBezTo>
                <a:lnTo>
                  <a:pt x="416719" y="47625"/>
                </a:lnTo>
                <a:cubicBezTo>
                  <a:pt x="416719" y="21282"/>
                  <a:pt x="438001" y="0"/>
                  <a:pt x="464344" y="0"/>
                </a:cubicBezTo>
                <a:lnTo>
                  <a:pt x="500063" y="0"/>
                </a:lnTo>
                <a:cubicBezTo>
                  <a:pt x="546050" y="0"/>
                  <a:pt x="583406" y="37356"/>
                  <a:pt x="583406" y="83344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652000" y="4635500"/>
            <a:ext cx="431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5588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Aprendizaje de patrones, jerarquía visual, reducción de carga cognitiva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986000" y="4064000"/>
            <a:ext cx="6350000" cy="355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5494000" y="457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58676" y="129629"/>
                </a:moveTo>
                <a:lnTo>
                  <a:pt x="381000" y="160437"/>
                </a:lnTo>
                <a:lnTo>
                  <a:pt x="403324" y="129629"/>
                </a:lnTo>
                <a:cubicBezTo>
                  <a:pt x="440531" y="78135"/>
                  <a:pt x="500360" y="47625"/>
                  <a:pt x="563910" y="47625"/>
                </a:cubicBezTo>
                <a:cubicBezTo>
                  <a:pt x="673298" y="47625"/>
                  <a:pt x="762000" y="136327"/>
                  <a:pt x="762000" y="245715"/>
                </a:cubicBezTo>
                <a:lnTo>
                  <a:pt x="762000" y="249585"/>
                </a:lnTo>
                <a:cubicBezTo>
                  <a:pt x="762000" y="416570"/>
                  <a:pt x="553789" y="610493"/>
                  <a:pt x="445145" y="693390"/>
                </a:cubicBezTo>
                <a:cubicBezTo>
                  <a:pt x="426690" y="707380"/>
                  <a:pt x="404068" y="714375"/>
                  <a:pt x="381000" y="714375"/>
                </a:cubicBezTo>
                <a:cubicBezTo>
                  <a:pt x="357932" y="714375"/>
                  <a:pt x="335161" y="707529"/>
                  <a:pt x="316855" y="693390"/>
                </a:cubicBezTo>
                <a:cubicBezTo>
                  <a:pt x="208211" y="610493"/>
                  <a:pt x="0" y="416570"/>
                  <a:pt x="0" y="249585"/>
                </a:cubicBezTo>
                <a:lnTo>
                  <a:pt x="0" y="245715"/>
                </a:lnTo>
                <a:cubicBezTo>
                  <a:pt x="0" y="136327"/>
                  <a:pt x="88702" y="47625"/>
                  <a:pt x="198090" y="47625"/>
                </a:cubicBezTo>
                <a:cubicBezTo>
                  <a:pt x="261640" y="47625"/>
                  <a:pt x="321469" y="78135"/>
                  <a:pt x="358676" y="129629"/>
                </a:cubicBez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6510000" y="4635500"/>
            <a:ext cx="431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EMOCIONAL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494000" y="5588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Atmósfera, narrativa, identidad, psicología del color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0000" y="86360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 </a:t>
            </a:r>
            <a:r>
              <a:rPr lang="en-US" sz="3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crítico</a:t>
            </a:r>
            <a:r>
              <a:rPr lang="en-US" sz="3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diseño de videojuegos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xbn74q23ahew/mnt/agents/output/color-en-diseno/images/2_Abstract_Wave_Wallpaper_Dark_An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222" r="222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0" y="4064000"/>
            <a:ext cx="193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5200" i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"El color no solo se ve…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5200" i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 </a:t>
            </a:r>
            <a:r>
              <a:rPr lang="en-US" sz="5200" b="1" i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</a:t>
            </a:r>
            <a:r>
              <a:rPr lang="en-US" sz="5200" i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se </a:t>
            </a:r>
            <a:r>
              <a:rPr lang="en-US" sz="5200" b="1" i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siente</a:t>
            </a:r>
            <a:r>
              <a:rPr lang="en-US" sz="5200" i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se </a:t>
            </a:r>
            <a:r>
              <a:rPr lang="en-US" sz="5200" b="1" i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juega</a:t>
            </a:r>
            <a:r>
              <a:rPr lang="en-US" sz="5200" i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."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922000" y="6858000"/>
            <a:ext cx="2540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7620000" y="7366000"/>
            <a:ext cx="91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Gracias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687</Words>
  <Application>Microsoft Office PowerPoint</Application>
  <PresentationFormat>Personalizado</PresentationFormat>
  <Paragraphs>167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Liter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Uso del Color en el Diseño Digital y Videojuegos</dc:title>
  <dc:subject>El Uso del Color en el Diseño Digital y Videojuegos</dc:subject>
  <dc:creator>Kimi</dc:creator>
  <cp:lastModifiedBy>Usuario</cp:lastModifiedBy>
  <cp:revision>2</cp:revision>
  <dcterms:created xsi:type="dcterms:W3CDTF">2026-04-22T14:56:39Z</dcterms:created>
  <dcterms:modified xsi:type="dcterms:W3CDTF">2026-04-22T15:38:36Z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{"Label":"El Uso del Color en el Diseño Digital y Videojuegos","ContentProducer":"001191110108MACG2KBH8F10000","ProduceID":"19db5ae9-6632-8b7e-8000-0000e614dfcd","ReservedCode1":"","ContentPropagator":"001191110108MACG2KBH8F20000","PropagateID":"19db5ae9-6632-8b7e-8000-0000e614dfcd","ReservedCode2":""}</vt:lpwstr>
  </property>
</Properties>
</file>